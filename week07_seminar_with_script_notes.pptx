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1"/>
  </p:notesMasterIdLst>
  <p:sldIdLst>
    <p:sldId id="256" r:id="rId4"/>
    <p:sldId id="257" r:id="rId5"/>
    <p:sldId id="273" r:id="rId25"/>
    <p:sldId id="258" r:id="rId6"/>
    <p:sldId id="259" r:id="rId7"/>
    <p:sldId id="260" r:id="rId8"/>
    <p:sldId id="261" r:id="rId9"/>
    <p:sldId id="262" r:id="rId10"/>
    <p:sldId id="263" r:id="rId11"/>
    <p:sldId id="264" r:id="rId12"/>
    <p:sldId id="265" r:id="rId13"/>
    <p:sldId id="274" r:id="rId26"/>
    <p:sldId id="266" r:id="rId14"/>
    <p:sldId id="275" r:id="rId27"/>
    <p:sldId id="267" r:id="rId15"/>
    <p:sldId id="276" r:id="rId28"/>
    <p:sldId id="268" r:id="rId16"/>
    <p:sldId id="277" r:id="rId29"/>
    <p:sldId id="278" r:id="rId30"/>
    <p:sldId id="269" r:id="rId17"/>
    <p:sldId id="279" r:id="rId31"/>
    <p:sldId id="270" r:id="rId18"/>
    <p:sldId id="280" r:id="rId32"/>
    <p:sldId id="271" r:id="rId19"/>
    <p:sldId id="281" r:id="rId33"/>
    <p:sldId id="282" r:id="rId34"/>
    <p:sldId id="272" r:id="rId20"/>
    <p:sldId id="283" r:id="rId35"/>
    <p:sldId id="284" r:id="rId36"/>
    <p:sldId id="285" r:id="rId37"/>
    <p:sldId id="286" r:id="rId38"/>
    <p:sldId id="287" r:id="rId39"/>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5.xml"/><Relationship Id="rId16" Type="http://schemas.openxmlformats.org/officeDocument/2006/relationships/slide" Target="slides/slide17.xml"/><Relationship Id="rId17" Type="http://schemas.openxmlformats.org/officeDocument/2006/relationships/slide" Target="slides/slide20.xml"/><Relationship Id="rId18" Type="http://schemas.openxmlformats.org/officeDocument/2006/relationships/slide" Target="slides/slide22.xml"/><Relationship Id="rId19" Type="http://schemas.openxmlformats.org/officeDocument/2006/relationships/slide" Target="slides/slide24.xml"/><Relationship Id="rId20" Type="http://schemas.openxmlformats.org/officeDocument/2006/relationships/slide" Target="slides/slide27.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tableStyles" Target="tableStyles.xml"/><Relationship Id="rId24" Type="http://schemas.openxmlformats.org/officeDocument/2006/relationships/viewProps" Target="viewProps.xml"/><Relationship Id="rId25" Type="http://schemas.openxmlformats.org/officeDocument/2006/relationships/slide" Target="slides/slide3.xml"/><Relationship Id="rId26" Type="http://schemas.openxmlformats.org/officeDocument/2006/relationships/slide" Target="slides/slide12.xml"/><Relationship Id="rId27" Type="http://schemas.openxmlformats.org/officeDocument/2006/relationships/slide" Target="slides/slide14.xml"/><Relationship Id="rId28" Type="http://schemas.openxmlformats.org/officeDocument/2006/relationships/slide" Target="slides/slide16.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1.xml"/><Relationship Id="rId32" Type="http://schemas.openxmlformats.org/officeDocument/2006/relationships/slide" Target="slides/slide23.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62903896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21970457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67373885"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392876082"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9449481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54088314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2 minutes</a:t>
            </a:r>
          </a:p>
          <a:p>
            <a:endParaRPr/>
          </a:p>
          <a:p>
            <a:r>
              <a:rPr lang="en-SG"/>
              <a:t>Good evening everyone. Today we are moving to one of the most important topics in modern NLP: Transformers. The full path for today is sequence-to-sequence models, attention, and finally the Transformer architecture.</a:t>
            </a:r>
          </a:p>
          <a:p>
            <a:endParaRPr/>
          </a:p>
          <a:p>
            <a:r>
              <a:rPr lang="en-SG"/>
              <a:t>You have already seen simpler NLP ideas like TF-IDF, embeddings, and language models. Today we connect those ideas to the architecture behind many modern systems, including BERT-style models and large language models.</a:t>
            </a:r>
          </a:p>
          <a:p>
            <a:endParaRPr/>
          </a:p>
          <a:p>
            <a:r>
              <a:rPr lang="en-SG"/>
              <a:t>Do not worry if some diagrams look complex at first. I will build the story slowly: first, why RNN-based sequence-to-sequence models were needed; second, why they had a bottleneck; third, how attention solved part of the problem; and fourth, how the Transformer removed recurrence and made training much more scalable.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75768390" name="Google Shape;297;g38ed43dab7d_0_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42056022" name="Google Shape;298;g38ed43dab7d_0_0: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3 minutes</a:t>
            </a:r>
          </a:p>
          <a:p>
            <a:endParaRPr/>
          </a:p>
          <a:p>
            <a:r>
              <a:rPr lang="en-SG"/>
              <a:t>Let me first give you the roadmap. We begin with the technology evolution. The first question is: what is wrong with using a normal RNN for translation?</a:t>
            </a:r>
          </a:p>
          <a:p>
            <a:endParaRPr/>
          </a:p>
          <a:p>
            <a:r>
              <a:rPr lang="en-SG"/>
              <a:t>Then we introduce the encoder-decoder framework, also called sequence-to-sequence. This is useful whenever the input and output are both sequences, but they may have different lengths. Translation is the easiest example.</a:t>
            </a:r>
          </a:p>
          <a:p>
            <a:endParaRPr/>
          </a:p>
          <a:p>
            <a:r>
              <a:rPr lang="en-SG"/>
              <a:t>After that we discuss the information bottleneck. The encoder tries to squeeze the whole source sentence into one vector, and that becomes a problem for long sentences.</a:t>
            </a:r>
          </a:p>
          <a:p>
            <a:endParaRPr/>
          </a:p>
          <a:p>
            <a:r>
              <a:rPr lang="en-SG"/>
              <a:t>Then we introduce the paper “Neural Machine Translation by Jointly Learning to Align and Translate.” This is where attention becomes important.</a:t>
            </a:r>
          </a:p>
          <a:p>
            <a:endParaRPr/>
          </a:p>
          <a:p>
            <a:r>
              <a:rPr lang="en-SG"/>
              <a:t>Finally, we move to “Attention Is All You Need” and the Transformer: encoder, positional encoding, decoder, and applications. By the end, the key idea should be clear: attention lets tokens look at other tokens directly instead of depending only on a compressed hidden state.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39940121" name="Google Shape;304;g38ed43dab7d_0_283: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51358216" name="Google Shape;305;g38ed43dab7d_0_283: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Let us start with a very simple translation example. The input sentence is “Today is Thursday.” The target output is the French sentence “aujourd’hui, c’est jeudi.”</a:t>
            </a:r>
          </a:p>
          <a:p>
            <a:endParaRPr/>
          </a:p>
          <a:p>
            <a:r>
              <a:rPr lang="en-SG"/>
              <a:t>If we use an RNN to read the English sentence, it reads one word at a time: Today, then is, then Thursday. At every step, the hidden state is updated. You can think of the hidden state as the model’s memory so far.</a:t>
            </a:r>
          </a:p>
          <a:p>
            <a:endParaRPr/>
          </a:p>
          <a:p>
            <a:r>
              <a:rPr lang="en-SG"/>
              <a:t>After reading the final word, the model has a final hidden state. This final hidden state is supposed to represent the meaning of the full English sentence.</a:t>
            </a:r>
          </a:p>
          <a:p>
            <a:endParaRPr/>
          </a:p>
          <a:p>
            <a:r>
              <a:rPr lang="en-SG"/>
              <a:t>At this point, the model has not generated the French sentence yet. It has only encoded the source sentence. The question is: how do we now generate a target sentence, possibly with a different length and different word order? That is why we need a decoder.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13723234" name="Google Shape;362;g384fbf08e07_0_43: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64488008" name="Google Shape;363;g384fbf08e07_0_43: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Now we add the decoder side. The decoder begins with a special start token. You can think of this as telling the model: now start producing the target sentence.</a:t>
            </a:r>
          </a:p>
          <a:p>
            <a:endParaRPr/>
          </a:p>
          <a:p>
            <a:r>
              <a:rPr lang="en-SG"/>
              <a:t>The decoder receives the context from the encoder and the start token. Based on those, it predicts the first French word: “aujourd’hui.”</a:t>
            </a:r>
          </a:p>
          <a:p>
            <a:endParaRPr/>
          </a:p>
          <a:p>
            <a:r>
              <a:rPr lang="en-SG"/>
              <a:t>This is similar to a language model, but with one extra condition. A normal language model predicts the next word based only on previous target words. Here, the decoder predicts the next target word based on previous target words plus the source sentence representation.</a:t>
            </a:r>
          </a:p>
          <a:p>
            <a:endParaRPr/>
          </a:p>
          <a:p>
            <a:r>
              <a:rPr lang="en-SG"/>
              <a:t>So the first decoding step is: source sentence plus start token goes in, first output word comes out. This pattern will repeat for the next word, and then the next word, until the whole sentence is generated.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10154462" name="Google Shape;437;g384fbf08e07_0_145: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40696484" name="Google Shape;438;g384fbf08e07_0_145: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Now the decoder has already produced the first word, “aujourd’hui.” To produce the next word, we feed the previous word back into the decoder.</a:t>
            </a:r>
          </a:p>
          <a:p>
            <a:endParaRPr/>
          </a:p>
          <a:p>
            <a:r>
              <a:rPr lang="en-SG"/>
              <a:t>So the decoder input is now the start token plus “aujourd’hui,” together with the encoded source context. The decoder predicts the next word: “c’est.”</a:t>
            </a:r>
          </a:p>
          <a:p>
            <a:endParaRPr/>
          </a:p>
          <a:p>
            <a:r>
              <a:rPr lang="en-SG"/>
              <a:t>This is important because the target sentence is generated one step at a time. The model does not produce the whole French sentence in one shot. It predicts one token, then uses that token to help predict the next token.</a:t>
            </a:r>
          </a:p>
          <a:p>
            <a:endParaRPr/>
          </a:p>
          <a:p>
            <a:r>
              <a:rPr lang="en-SG"/>
              <a:t>During training, we often use the true previous word rather than the model’s predicted previous word. This is called teacher forcing. We will return to this idea later, but for now remember: decoding is step-by-step generation.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75810721" name="Google Shape;528;g384fbf08e07_0_351: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62309346" name="Google Shape;529;g384fbf08e07_0_351: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The same process continues for the third word. The decoder has the start token, then “aujourd’hui,” then “c’est.” Based on this history and the encoded English sentence, it predicts “jeudi.”</a:t>
            </a:r>
          </a:p>
          <a:p>
            <a:endParaRPr/>
          </a:p>
          <a:p>
            <a:r>
              <a:rPr lang="en-SG"/>
              <a:t>At this point, the model has produced the target sentence: “aujourd’hui, c’est jeudi.” In a full system, there is also an end-of-sentence token so the model knows when to stop.</a:t>
            </a:r>
          </a:p>
          <a:p>
            <a:endParaRPr/>
          </a:p>
          <a:p>
            <a:r>
              <a:rPr lang="en-SG"/>
              <a:t>This slide is showing the key seq2seq idea: the encoder reads the source sequence, and the decoder generates the target sequence. The source and target can have different lengths. The order can also change between languages.</a:t>
            </a:r>
          </a:p>
          <a:p>
            <a:endParaRPr/>
          </a:p>
          <a:p>
            <a:r>
              <a:rPr lang="en-SG"/>
              <a:t>So the encoder-decoder model is more flexible than a simple one-input, one-output classifier. It is designed for sequence input to sequence output tasks.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92453511" name="Google Shape;636;g384fbf08e07_0_458: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15542866" name="Google Shape;637;g384fbf08e07_0_458: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5 minutes</a:t>
            </a:r>
          </a:p>
          <a:p>
            <a:endParaRPr/>
          </a:p>
          <a:p>
            <a:r>
              <a:rPr lang="en-SG"/>
              <a:t>This slide connects the diagram to the training data. During training, we convert the target sentence into multiple next-word prediction examples.</a:t>
            </a:r>
          </a:p>
          <a:p>
            <a:endParaRPr/>
          </a:p>
          <a:p>
            <a:r>
              <a:rPr lang="en-SG"/>
              <a:t>Example one: input is the source sentence plus the start token. The desired output is “aujourd’hui.”</a:t>
            </a:r>
          </a:p>
          <a:p>
            <a:endParaRPr/>
          </a:p>
          <a:p>
            <a:r>
              <a:rPr lang="en-SG"/>
              <a:t>Example two: input is the source sentence plus start token plus “aujourd’hui.” The desired output is “c’est.”</a:t>
            </a:r>
          </a:p>
          <a:p>
            <a:endParaRPr/>
          </a:p>
          <a:p>
            <a:r>
              <a:rPr lang="en-SG"/>
              <a:t>Example three: input is the source sentence plus start token plus “aujourd’hui c’est.” The desired output is “jeudi.”</a:t>
            </a:r>
          </a:p>
          <a:p>
            <a:endParaRPr/>
          </a:p>
          <a:p>
            <a:r>
              <a:rPr lang="en-SG"/>
              <a:t>This is how the decoder learns to generate a full sequence. It learns many small next-token prediction tasks.</a:t>
            </a:r>
          </a:p>
          <a:p>
            <a:endParaRPr/>
          </a:p>
          <a:p>
            <a:r>
              <a:rPr lang="en-SG"/>
              <a:t>A useful way to think about this is: translation is broken into repeated next-word prediction, but every prediction is conditioned on the source sentence. That is the difference from a standalone language model.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45324620" name="Google Shape;746;g384fbf08e07_0_565: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89316114" name="Google Shape;747;g384fbf08e07_0_565: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Now we abstract the picture. On the left, the encoder reads the source text. It compresses the source information into a context vector. On the right, the decoder uses that context vector and behaves like a target-language model.</a:t>
            </a:r>
          </a:p>
          <a:p>
            <a:endParaRPr/>
          </a:p>
          <a:p>
            <a:r>
              <a:rPr lang="en-SG"/>
              <a:t>For our example, the source text is “Today is Thursday.” The target-language model generates the French words one by one.</a:t>
            </a:r>
          </a:p>
          <a:p>
            <a:endParaRPr/>
          </a:p>
          <a:p>
            <a:r>
              <a:rPr lang="en-SG"/>
              <a:t>The important word here is “context vector.” In the original encoder-decoder design, the decoder mainly depends on this fixed-size vector from the encoder.</a:t>
            </a:r>
          </a:p>
          <a:p>
            <a:endParaRPr/>
          </a:p>
          <a:p>
            <a:r>
              <a:rPr lang="en-SG"/>
              <a:t>This design is elegant and useful, but it creates a serious problem. If the sentence is short, one vector may be enough. But if the source sentence is long, detailed information from early words may be lost. This is the bottleneck that motivates attention.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21184472" name="Google Shape;857;g38ed43dab7d_0_288: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09886014" name="Google Shape;858;g38ed43dab7d_0_288: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5 minutes</a:t>
            </a:r>
          </a:p>
          <a:p>
            <a:endParaRPr/>
          </a:p>
          <a:p>
            <a:r>
              <a:rPr lang="en-SG"/>
              <a:t>This slide generalises the idea of sequence-to-sequence tasks. Machine translation is the classic example, but the same pattern appears in many areas.</a:t>
            </a:r>
          </a:p>
          <a:p>
            <a:endParaRPr/>
          </a:p>
          <a:p>
            <a:r>
              <a:rPr lang="en-SG"/>
              <a:t>In text-to-speech, the input is text and the output is audio. In speech-to-text, the input is audio and the output is text. In summarisation, the input may be a long article and the output is a shorter summary.</a:t>
            </a:r>
          </a:p>
          <a:p>
            <a:endParaRPr/>
          </a:p>
          <a:p>
            <a:r>
              <a:rPr lang="en-SG"/>
              <a:t>A dialogue system or chatbot also works in this broad setting: the input is the conversation history and the output is the next response. Image generation and video generation can also be framed as sequence generation, depending on how the data is represented.</a:t>
            </a:r>
          </a:p>
          <a:p>
            <a:endParaRPr/>
          </a:p>
          <a:p>
            <a:r>
              <a:rPr lang="en-SG"/>
              <a:t>The key point is that the output length is not fixed. We are not just predicting one class label. We are producing a structured sequence. That is why the encoder-decoder idea became so important.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10950013" name="Google Shape;968;g384fbf08e07_0_779: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07082459" name="Google Shape;969;g384fbf08e07_0_779: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3 minutes</a:t>
            </a:r>
          </a:p>
          <a:p>
            <a:endParaRPr/>
          </a:p>
          <a:p>
            <a:r>
              <a:rPr lang="en-SG"/>
              <a:t>This slide shows the encoder-decoder framework at a higher level. The encoder maps the input into an internal representation. The decoder maps that representation into the output.</a:t>
            </a:r>
          </a:p>
          <a:p>
            <a:endParaRPr/>
          </a:p>
          <a:p>
            <a:r>
              <a:rPr lang="en-SG"/>
              <a:t>In some tasks, the encoder and decoder may be separate modules. In other tasks, they may be parts of a larger model. But the basic idea is the same: one part understands or represents the input, and another part produces the output.</a:t>
            </a:r>
          </a:p>
          <a:p>
            <a:endParaRPr/>
          </a:p>
          <a:p>
            <a:r>
              <a:rPr lang="en-SG"/>
              <a:t>For translation, the encoder understands the source language sentence, and the decoder generates the target language sentence.</a:t>
            </a:r>
          </a:p>
          <a:p>
            <a:endParaRPr/>
          </a:p>
          <a:p>
            <a:r>
              <a:rPr lang="en-SG"/>
              <a:t>This framework is not only for NLP. The same thinking appears in autoencoders, image captioning, speech systems, and many multimodal models. Today we focus on NLP because it gives us a clear path to attention and Transformers.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51791761" name="Google Shape;975;g384fbf08e07_0_836: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7640392" name="Google Shape;976;g384fbf08e07_0_836: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This slide visualises the information bottleneck. The red circled point is the narrow passage between the encoder and decoder.</a:t>
            </a:r>
          </a:p>
          <a:p>
            <a:endParaRPr/>
          </a:p>
          <a:p>
            <a:r>
              <a:rPr lang="en-SG"/>
              <a:t>The encoder reads the full source sentence, but the decoder receives only a fixed-size context vector. So no matter whether the source sentence has 5 words or 50 words, the decoder is asked to rely on the same limited channel.</a:t>
            </a:r>
          </a:p>
          <a:p>
            <a:endParaRPr/>
          </a:p>
          <a:p>
            <a:r>
              <a:rPr lang="en-SG"/>
              <a:t>For short sentences like “Today is Thursday,” this may work reasonably well. But for longer sentences, the final hidden state may forget or weaken information from earlier words.</a:t>
            </a:r>
          </a:p>
          <a:p>
            <a:endParaRPr/>
          </a:p>
          <a:p>
            <a:r>
              <a:rPr lang="en-SG"/>
              <a:t>Think of it like asking someone to read a long paragraph and then summarise every detail using only one small note card. Some important details will be lost. Attention was introduced to avoid forcing all information through this single note card.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0155350" name="Google Shape;1088;g384fbf08e07_0_947: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95346111" name="Google Shape;1089;g384fbf08e07_0_947: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This brings us to attentive sequence-to-sequence models. The important paper here is “Neural Machine Translation by Jointly Learning to Align and Translate.”</a:t>
            </a:r>
          </a:p>
          <a:p>
            <a:endParaRPr/>
          </a:p>
          <a:p>
            <a:r>
              <a:rPr lang="en-SG"/>
              <a:t>The word “align” is important. In translation, some source words correspond to particular target words, but the correspondence may not be one-to-one and the order may change.</a:t>
            </a:r>
          </a:p>
          <a:p>
            <a:endParaRPr/>
          </a:p>
          <a:p>
            <a:r>
              <a:rPr lang="en-SG"/>
              <a:t>The attention mechanism allows the decoder, at each output step, to decide which source positions are most relevant. Instead of relying only on one final context vector, the decoder can look back at all encoder hidden states.</a:t>
            </a:r>
          </a:p>
          <a:p>
            <a:endParaRPr/>
          </a:p>
          <a:p>
            <a:r>
              <a:rPr lang="en-SG"/>
              <a:t>The picture on the right shows the decoder state connected to multiple encoder hidden states with attention weights. These weights are learned by the model. The model learns where to look while generating each target word.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09784577" name="Google Shape;1098;g384fbf08e07_0_977: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79175669" name="Google Shape;1099;g384fbf08e07_0_977: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5 minutes</a:t>
            </a:r>
          </a:p>
          <a:p>
            <a:endParaRPr/>
          </a:p>
          <a:p>
            <a:r>
              <a:rPr lang="en-SG"/>
              <a:t>This slide shows attention matrices from translation examples. Do not worry about every word. Focus on the pattern.</a:t>
            </a:r>
          </a:p>
          <a:p>
            <a:endParaRPr/>
          </a:p>
          <a:p>
            <a:r>
              <a:rPr lang="en-SG"/>
              <a:t>Each row corresponds to a target word being generated. Each column corresponds to a source word. A brighter cell means the decoder is paying more attention to that source word at that generation step.</a:t>
            </a:r>
          </a:p>
          <a:p>
            <a:endParaRPr/>
          </a:p>
          <a:p>
            <a:r>
              <a:rPr lang="en-SG"/>
              <a:t>In many translation examples, we see a diagonal pattern because the word order is often similar between source and target. But not always. Sometimes the bright cells move away from the diagonal because the translation requires reordering.</a:t>
            </a:r>
          </a:p>
          <a:p>
            <a:endParaRPr/>
          </a:p>
          <a:p>
            <a:r>
              <a:rPr lang="en-SG"/>
              <a:t>This is one reason attention became popular. It improved performance, and it also gave us a way to inspect what the model was using. It is not a perfect explanation, but it gives useful intuition about alignment.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74159692" name="Google Shape;1106;g384fbf08e07_0_971: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39077980" name="Google Shape;1107;g384fbf08e07_0_971: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The next problem is speed. RNNs are slow because of recurrence. Token 2 depends on token 1, token 3 depends on token 2, and so on.</a:t>
            </a:r>
          </a:p>
          <a:p>
            <a:endParaRPr/>
          </a:p>
          <a:p>
            <a:r>
              <a:rPr lang="en-SG"/>
              <a:t>This means we cannot process all positions fully in parallel. For long sequences, the computation path grows with sequence length. GPUs are very good at parallel matrix operations, but RNNs force a sequential dependency.</a:t>
            </a:r>
          </a:p>
          <a:p>
            <a:endParaRPr/>
          </a:p>
          <a:p>
            <a:r>
              <a:rPr lang="en-SG"/>
              <a:t>The paper “Attention Is All You Need” made a bold proposal: remove recurrence and convolution entirely, and rely on attention mechanisms.</a:t>
            </a:r>
          </a:p>
          <a:p>
            <a:endParaRPr/>
          </a:p>
          <a:p>
            <a:r>
              <a:rPr lang="en-SG"/>
              <a:t>This is a major reason Transformers became dominant. They process all positions in a sequence simultaneously during training. That makes much better use of GPUs and allows models to scale to much larger data and parameter sizes.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70729396" name="Google Shape;1114;g384fbf08e07_0_985: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83407301" name="Google Shape;1115;g384fbf08e07_0_985: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This Transformer slide shows the Query, Key, and Value idea visually. The model computes attention by comparing queries and keys, and then using the resulting weights to combine values.</a:t>
            </a:r>
          </a:p>
          <a:p>
            <a:endParaRPr/>
          </a:p>
          <a:p>
            <a:r>
              <a:rPr lang="en-SG"/>
              <a:t>In simple terms, a token asks: what information do I need? That is the query. Other tokens advertise what they contain. Those are the keys. Once the model decides which tokens are relevant, it pulls useful information from the values.</a:t>
            </a:r>
          </a:p>
          <a:p>
            <a:endParaRPr/>
          </a:p>
          <a:p>
            <a:r>
              <a:rPr lang="en-SG"/>
              <a:t>The important shift from RNNs is that this happens across the whole sequence in parallel. A token does not need to wait for information to travel step by step through many recurrent states.</a:t>
            </a:r>
          </a:p>
          <a:p>
            <a:endParaRPr/>
          </a:p>
          <a:p>
            <a:r>
              <a:rPr lang="en-SG"/>
              <a:t>This is why self-attention is powerful for long-range dependencies. If two words are far apart but semantically connected, self-attention can connect them directly.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44771493" name="Google Shape;1123;g3893265f974_0_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71210776" name="Google Shape;1124;g3893265f974_0_4: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5 minutes</a:t>
            </a:r>
          </a:p>
          <a:p>
            <a:endParaRPr/>
          </a:p>
          <a:p>
            <a:r>
              <a:rPr lang="en-SG"/>
              <a:t>This slide shows the attention head from the Transformer paper. On the left is scaled dot-product attention. Q and K are multiplied to produce scores. The scores are scaled, optionally masked, passed through softmax, and then multiplied with V to produce the output.</a:t>
            </a:r>
          </a:p>
          <a:p>
            <a:endParaRPr/>
          </a:p>
          <a:p>
            <a:r>
              <a:rPr lang="en-SG"/>
              <a:t>The optional mask is important in decoders. During text generation, the model should not look at future tokens. So masking prevents a position from attending to tokens that come after it.</a:t>
            </a:r>
          </a:p>
          <a:p>
            <a:endParaRPr/>
          </a:p>
          <a:p>
            <a:r>
              <a:rPr lang="en-SG"/>
              <a:t>On the right is multi-head attention. Instead of doing attention once, the model does it several times in parallel, using different learned projections.</a:t>
            </a:r>
          </a:p>
          <a:p>
            <a:endParaRPr/>
          </a:p>
          <a:p>
            <a:r>
              <a:rPr lang="en-SG"/>
              <a:t>Each head can learn a different relationship. After the heads finish, their outputs are concatenated and passed through a linear layer. This gives the model richer ways to represent context.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80463225" name="Google Shape;1132;g3893265f974_0_1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48322580" name="Google Shape;1133;g3893265f974_0_14: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3 minutes</a:t>
            </a:r>
          </a:p>
          <a:p>
            <a:endParaRPr/>
          </a:p>
          <a:p>
            <a:r>
              <a:rPr lang="en-SG"/>
              <a:t>This slide points to useful resources. The first link is a visualisation that helps you explore how Transformer components work. Visual tools are very helpful here because the architecture can feel abstract from equations alone.</a:t>
            </a:r>
          </a:p>
          <a:p>
            <a:endParaRPr/>
          </a:p>
          <a:p>
            <a:r>
              <a:rPr lang="en-SG"/>
              <a:t>The second link is a vanilla Transformer implementation. This is useful if you want to see how the architecture is written from scratch, with clear building blocks.</a:t>
            </a:r>
          </a:p>
          <a:p>
            <a:endParaRPr/>
          </a:p>
          <a:p>
            <a:r>
              <a:rPr lang="en-SG"/>
              <a:t>The third link points to the Hugging Face BERT model documentation. This is closer to what you will use in real projects: a production-grade library where the architecture is already implemented and we fine-tune it for downstream tasks.</a:t>
            </a:r>
          </a:p>
          <a:p>
            <a:endParaRPr/>
          </a:p>
          <a:p>
            <a:r>
              <a:rPr lang="en-SG"/>
              <a:t>The diagram on the right is the full Transformer architecture. Today we are mainly building the intuition for the encoder side and the attention mechanism.</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3 minutes</a:t>
            </a:r>
          </a:p>
          <a:p>
            <a:endParaRPr/>
          </a:p>
          <a:p>
            <a:r>
              <a:rPr lang="en-SG"/>
              <a:t>These are the learning objectives for today. By the end of this lecture, I want you to be able to explain why tasks like translation, summarisation, and dialogue need an encoder-decoder style architecture.</a:t>
            </a:r>
          </a:p>
          <a:p>
            <a:endParaRPr/>
          </a:p>
          <a:p>
            <a:r>
              <a:rPr lang="en-SG"/>
              <a:t>Second, you should be able to explain the information bottleneck: why forcing all source information into one final hidden state limits long-sequence performance.</a:t>
            </a:r>
          </a:p>
          <a:p>
            <a:endParaRPr/>
          </a:p>
          <a:p>
            <a:r>
              <a:rPr lang="en-SG"/>
              <a:t>Third, you should understand the main idea of Bahdanau attention: at each decoding step, the decoder can look back at all encoder states, not only the last one.</a:t>
            </a:r>
          </a:p>
          <a:p>
            <a:endParaRPr/>
          </a:p>
          <a:p>
            <a:r>
              <a:rPr lang="en-SG"/>
              <a:t>Fourth, when you see an attention matrix, you should be able to say what the rows and columns mean, and how bright cells represent soft alignment.</a:t>
            </a:r>
          </a:p>
          <a:p>
            <a:endParaRPr/>
          </a:p>
          <a:p>
            <a:r>
              <a:rPr lang="en-SG"/>
              <a:t>Then we move to self-attention using the Query-Key-Value idea. We will cover scaled dot-product attention, multi-head attention, positional encoding, and finally one Transformer encoder block. The big takeaway is why Transformers are more scalable than recurrent models.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5 minutes</a:t>
            </a:r>
          </a:p>
          <a:p>
            <a:endParaRPr/>
          </a:p>
          <a:p>
            <a:r>
              <a:rPr lang="en-SG"/>
              <a:t>Let us describe the encoder-decoder model more formally. The encoder is usually a bidirectional RNN. It reads tokens x1 to xn and produces hidden states h1 to hn.</a:t>
            </a:r>
          </a:p>
          <a:p>
            <a:endParaRPr/>
          </a:p>
          <a:p>
            <a:r>
              <a:rPr lang="en-SG"/>
              <a:t>A bidirectional encoder can read information from both directions, so each hidden state can contain left and right context.</a:t>
            </a:r>
          </a:p>
          <a:p>
            <a:endParaRPr/>
          </a:p>
          <a:p>
            <a:r>
              <a:rPr lang="en-SG"/>
              <a:t>In the basic model, the final hidden state hn is passed to the decoder as the initial state. The decoder is usually unidirectional because it generates y1 to ym from left to right. At each step it conditions on its current state and the previous output token.</a:t>
            </a:r>
          </a:p>
          <a:p>
            <a:endParaRPr/>
          </a:p>
          <a:p>
            <a:r>
              <a:rPr lang="en-SG"/>
              <a:t>During training, teacher forcing means we feed the true previous target token, not the model’s previous prediction. This makes training easier, but during inference the model must use its own generated tokens. That difference can cause exposure bias.</a:t>
            </a:r>
          </a:p>
          <a:p>
            <a:endParaRPr/>
          </a:p>
          <a:p>
            <a:r>
              <a:rPr lang="en-SG"/>
              <a:t>The anchor question is: where is the bottleneck? It is the single vector hn. That one vector must carry all source information into the decoder.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5 minutes</a:t>
            </a:r>
          </a:p>
          <a:p>
            <a:endParaRPr/>
          </a:p>
          <a:p>
            <a:r>
              <a:rPr lang="en-SG"/>
              <a:t>Here we state the bottleneck problem directly. The encoder’s final hidden state must represent the entire source sentence. This is feasible for short sentences, maybe five to ten words.</a:t>
            </a:r>
          </a:p>
          <a:p>
            <a:endParaRPr/>
          </a:p>
          <a:p>
            <a:r>
              <a:rPr lang="en-SG"/>
              <a:t>But for long sentences, especially fifty words or more, early information can be overwritten as the RNN processes later words. The hidden state is updated repeatedly, so it has to decide what to keep and what to forget.</a:t>
            </a:r>
          </a:p>
          <a:p>
            <a:endParaRPr/>
          </a:p>
          <a:p>
            <a:r>
              <a:rPr lang="en-SG"/>
              <a:t>A single fixed-size vector cannot compress arbitrarily long sequences without loss. This is not only a theory problem; empirically, vanilla encoder-decoder models perform worse on longer sentences before attention is added.</a:t>
            </a:r>
          </a:p>
          <a:p>
            <a:endParaRPr/>
          </a:p>
          <a:p>
            <a:r>
              <a:rPr lang="en-SG"/>
              <a:t>So the problem is not that RNNs are useless. The problem is that the communication channel between encoder and decoder is too narrow. We need the decoder to access more than just the final state.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6 minutes</a:t>
            </a:r>
          </a:p>
          <a:p>
            <a:endParaRPr/>
          </a:p>
          <a:p>
            <a:r>
              <a:rPr lang="en-SG"/>
              <a:t>Now let us go through Bahdanau attention step by step. The main insight is simple: do not compress all source information into one vector. Let the decoder look back at all encoder hidden states at each decoding step.</a:t>
            </a:r>
          </a:p>
          <a:p>
            <a:endParaRPr/>
          </a:p>
          <a:p>
            <a:r>
              <a:rPr lang="en-SG"/>
              <a:t>At decoder step t, the model first computes alignment scores. The score e_ti asks: how relevant is encoder state h_i to the previous decoder state s_(t-1)?</a:t>
            </a:r>
          </a:p>
          <a:p>
            <a:endParaRPr/>
          </a:p>
          <a:p>
            <a:r>
              <a:rPr lang="en-SG"/>
              <a:t>Then we apply softmax to these scores. This gives attention weights alpha_ti. The weights sum to 1, so they behave like a distribution over source positions.</a:t>
            </a:r>
          </a:p>
          <a:p>
            <a:endParaRPr/>
          </a:p>
          <a:p>
            <a:r>
              <a:rPr lang="en-SG"/>
              <a:t>Next, the context vector c_t is computed as a weighted sum of all encoder hidden states. If a source word is important at this decoding step, its hidden state receives a higher weight.</a:t>
            </a:r>
          </a:p>
          <a:p>
            <a:endParaRPr/>
          </a:p>
          <a:p>
            <a:r>
              <a:rPr lang="en-SG"/>
              <a:t>Finally, the decoder updates its state using the previous state, the previous output token, and this context vector.</a:t>
            </a:r>
          </a:p>
          <a:p>
            <a:endParaRPr/>
          </a:p>
          <a:p>
            <a:r>
              <a:rPr lang="en-SG"/>
              <a:t>So the context vector is no longer fixed for the whole sentence. It changes at every target word.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Here is how to read an attention matrix carefully. Rows are target words, meaning the words being generated by the decoder. Columns are source words, meaning the words being attended to by the decoder.</a:t>
            </a:r>
          </a:p>
          <a:p>
            <a:endParaRPr/>
          </a:p>
          <a:p>
            <a:r>
              <a:rPr lang="en-SG"/>
              <a:t>A brighter cell means a higher attention weight. If the bright cells roughly follow a diagonal line, the word order is mostly preserved between the two languages.</a:t>
            </a:r>
          </a:p>
          <a:p>
            <a:endParaRPr/>
          </a:p>
          <a:p>
            <a:r>
              <a:rPr lang="en-SG"/>
              <a:t>If we see brightness away from the diagonal, that suggests reordering. For example, “European Economic Area” in English becomes “zone économique européenne” in French. The model may need to attend to source words out of the original order to produce the correct phrase.</a:t>
            </a:r>
          </a:p>
          <a:p>
            <a:endParaRPr/>
          </a:p>
          <a:p>
            <a:r>
              <a:rPr lang="en-SG"/>
              <a:t>This is exactly the type of reasoning students may do in the lab. The goal is not just to run code, but to interpret the attention pattern.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Let us summarise what attention achieves. First, it removes the strict bottleneck. The decoder can directly access any encoder hidden state instead of depending only on the final state.</a:t>
            </a:r>
          </a:p>
          <a:p>
            <a:endParaRPr/>
          </a:p>
          <a:p>
            <a:r>
              <a:rPr lang="en-SG"/>
              <a:t>Second, it provides soft alignment. The model learns which source words are useful for generating each target word.</a:t>
            </a:r>
          </a:p>
          <a:p>
            <a:endParaRPr/>
          </a:p>
          <a:p>
            <a:r>
              <a:rPr lang="en-SG"/>
              <a:t>Third, it improves performance on long sequences because early source information remains accessible. Fourth, the attention matrix gives some interpretability.</a:t>
            </a:r>
          </a:p>
          <a:p>
            <a:endParaRPr/>
          </a:p>
          <a:p>
            <a:r>
              <a:rPr lang="en-SG"/>
              <a:t>However, there is still one major limitation. This model is still based on RNNs. The encoder reads the source sentence one token at a time, and the decoder generates one token at a time.</a:t>
            </a:r>
          </a:p>
          <a:p>
            <a:endParaRPr/>
          </a:p>
          <a:p>
            <a:r>
              <a:rPr lang="en-SG"/>
              <a:t>So attention improves memory access, but it does not fully solve the speed problem. This motivates the Transformer.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6 minutes</a:t>
            </a:r>
          </a:p>
          <a:p>
            <a:endParaRPr/>
          </a:p>
          <a:p>
            <a:r>
              <a:rPr lang="en-SG"/>
              <a:t>Now we move from attention to self-attention. In the previous model, the decoder attended to encoder hidden states. The question was: which source positions are relevant to what I am generating now?</a:t>
            </a:r>
          </a:p>
          <a:p>
            <a:endParaRPr/>
          </a:p>
          <a:p>
            <a:r>
              <a:rPr lang="en-SG"/>
              <a:t>Self-attention applies a similar idea within a single sequence. Every token can attend to every other token in the same sequence.</a:t>
            </a:r>
          </a:p>
          <a:p>
            <a:endParaRPr/>
          </a:p>
          <a:p>
            <a:r>
              <a:rPr lang="en-SG"/>
              <a:t>Consider this sentence: “The animal didn’t cross the street because it was too tired.” The word “it” probably refers to “animal,” not “street.” Self-attention allows the representation of “it” to look at other words and assign higher relevance to the right one.</a:t>
            </a:r>
          </a:p>
          <a:p>
            <a:endParaRPr/>
          </a:p>
          <a:p>
            <a:r>
              <a:rPr lang="en-SG"/>
              <a:t>The Query-Key-Value metaphor helps. Query means what I am looking for. Key means what each item offers, like an index entry in a catalogue. Value is the actual content retrieved.</a:t>
            </a:r>
          </a:p>
          <a:p>
            <a:endParaRPr/>
          </a:p>
          <a:p>
            <a:r>
              <a:rPr lang="en-SG"/>
              <a:t>So each token asks a query, compares it with keys from all tokens, and combines the values according to relevance.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6 minutes</a:t>
            </a:r>
          </a:p>
          <a:p>
            <a:endParaRPr/>
          </a:p>
          <a:p>
            <a:r>
              <a:rPr lang="en-SG"/>
              <a:t>Let us write self-attention more formally. For each token position, we create three vectors: Q, K, and V. These are produced by multiplying the token representation by learned weight matrices WQ, WK, and WV.</a:t>
            </a:r>
          </a:p>
          <a:p>
            <a:endParaRPr/>
          </a:p>
          <a:p>
            <a:r>
              <a:rPr lang="en-SG"/>
              <a:t>First, we compute a raw alignment score by taking the dot product between a query Q_i and a key K_j. A higher dot product means higher relevance.</a:t>
            </a:r>
          </a:p>
          <a:p>
            <a:endParaRPr/>
          </a:p>
          <a:p>
            <a:r>
              <a:rPr lang="en-SG"/>
              <a:t>Second, we divide by square root of d_k. This scaling prevents the dot products from becoming too large when the vector dimension is large. If values are too large, softmax becomes extremely sharp and gradients become very small.</a:t>
            </a:r>
          </a:p>
          <a:p>
            <a:endParaRPr/>
          </a:p>
          <a:p>
            <a:r>
              <a:rPr lang="en-SG"/>
              <a:t>Third, we apply softmax across positions to get attention weights.</a:t>
            </a:r>
          </a:p>
          <a:p>
            <a:endParaRPr/>
          </a:p>
          <a:p>
            <a:r>
              <a:rPr lang="en-SG"/>
              <a:t>Fourth, we compute z_i as the weighted sum of value vectors. This z_i is the new representation for token i after it has collected information from the sequence.</a:t>
            </a:r>
          </a:p>
          <a:p>
            <a:endParaRPr/>
          </a:p>
          <a:p>
            <a:r>
              <a:rPr lang="en-SG"/>
              <a:t>The core formula is: compare with keys, normalise, then combine values.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Why do we need multiple heads? One attention head can learn one way of measuring relevance. But language has many relationships at the same time.</a:t>
            </a:r>
          </a:p>
          <a:p>
            <a:endParaRPr/>
          </a:p>
          <a:p>
            <a:r>
              <a:rPr lang="en-SG"/>
              <a:t>Take the word “bank.” Near “loan,” it may have a financial meaning. As the subject of “flooded,” it may refer to a river bank. Near a time phrase like “on Tuesday,” a head might capture temporal information.</a:t>
            </a:r>
          </a:p>
          <a:p>
            <a:endParaRPr/>
          </a:p>
          <a:p>
            <a:r>
              <a:rPr lang="en-SG"/>
              <a:t>Multi-head attention lets the model represent several such relationships in parallel. Each head has its own WQ, WK, and WV matrices.</a:t>
            </a:r>
          </a:p>
          <a:p>
            <a:endParaRPr/>
          </a:p>
          <a:p>
            <a:r>
              <a:rPr lang="en-SG"/>
              <a:t>The outputs of all heads are concatenated and projected. Typically, models use heads such as 8 or 12, and each head has a smaller dimension than the full model dimension.</a:t>
            </a:r>
          </a:p>
          <a:p>
            <a:endParaRPr/>
          </a:p>
          <a:p>
            <a:r>
              <a:rPr lang="en-SG"/>
              <a:t>The simple takeaway: different heads can look for different types of relationships in the same sequence.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5 minutes</a:t>
            </a:r>
          </a:p>
          <a:p>
            <a:endParaRPr/>
          </a:p>
          <a:p>
            <a:r>
              <a:rPr lang="en-SG"/>
              <a:t>Now we need to solve another issue. Self-attention by itself does not know word order. The computation depends on similarities between Q and K vectors, not directly on position.</a:t>
            </a:r>
          </a:p>
          <a:p>
            <a:endParaRPr/>
          </a:p>
          <a:p>
            <a:r>
              <a:rPr lang="en-SG"/>
              <a:t>If we only use token embeddings, the model may not distinguish “cat sat mat” from “mat sat cat” properly, because the set of words is the same. But order clearly matters in language.</a:t>
            </a:r>
          </a:p>
          <a:p>
            <a:endParaRPr/>
          </a:p>
          <a:p>
            <a:r>
              <a:rPr lang="en-SG"/>
              <a:t>So Transformers add positional encoding to word embeddings before the first Transformer block. In the original Transformer, sinusoidal positional encodings were used.</a:t>
            </a:r>
          </a:p>
          <a:p>
            <a:endParaRPr/>
          </a:p>
          <a:p>
            <a:r>
              <a:rPr lang="en-SG"/>
              <a:t>A simple example: “The dog bit the man” and “The man bit the dog” contain the same words, but the meaning is completely different. Without position information, the model cannot reliably represent this difference.</a:t>
            </a:r>
          </a:p>
          <a:p>
            <a:endParaRPr/>
          </a:p>
          <a:p>
            <a:r>
              <a:rPr lang="en-SG"/>
              <a:t>So token meaning plus token position gives the model enough information to reason about sequence order.</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5 minutes</a:t>
            </a:r>
          </a:p>
          <a:p>
            <a:endParaRPr/>
          </a:p>
          <a:p>
            <a:r>
              <a:rPr lang="en-SG"/>
              <a:t>Let us focus on one Transformer encoder block. Each encoder block has two main sub-layers.</a:t>
            </a:r>
          </a:p>
          <a:p>
            <a:endParaRPr/>
          </a:p>
          <a:p>
            <a:r>
              <a:rPr lang="en-SG"/>
              <a:t>The first sub-layer is multi-head self-attention. This lets each token gather information from other tokens. After that, we add a residual connection and apply layer normalisation.</a:t>
            </a:r>
          </a:p>
          <a:p>
            <a:endParaRPr/>
          </a:p>
          <a:p>
            <a:r>
              <a:rPr lang="en-SG"/>
              <a:t>The second sub-layer is a position-wise feedforward network. This is applied to each token representation independently. Again, we add a residual connection and apply layer normalisation.</a:t>
            </a:r>
          </a:p>
          <a:p>
            <a:endParaRPr/>
          </a:p>
          <a:p>
            <a:r>
              <a:rPr lang="en-SG"/>
              <a:t>The equations show this compactly. First: X prime equals LayerNorm of X plus SelfAttention of X. Second: X double-prime equals LayerNorm of X prime plus FFN of X prime.</a:t>
            </a:r>
          </a:p>
          <a:p>
            <a:endParaRPr/>
          </a:p>
          <a:p>
            <a:r>
              <a:rPr lang="en-SG"/>
              <a:t>Residual connections help gradients flow through deep networks. Layer normalisation stabilises training. Without these, training deep Transformer stacks would be much harder.</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Why did the Transformer dominate? The first reason is parallelism. All positions can be processed simultaneously during training, unlike RNNs where positions depend on previous positions. This uses GPUs much more efficiently.</a:t>
            </a:r>
          </a:p>
          <a:p>
            <a:endParaRPr/>
          </a:p>
          <a:p>
            <a:r>
              <a:rPr lang="en-SG"/>
              <a:t>Second, self-attention handles long-range dependencies well. Any token can attend to any other token directly. In an RNN, information may need to pass through many recurrent steps.</a:t>
            </a:r>
          </a:p>
          <a:p>
            <a:endParaRPr/>
          </a:p>
          <a:p>
            <a:r>
              <a:rPr lang="en-SG"/>
              <a:t>Third, Transformers scale well. When we increase data, parameters, and compute, performance tends to improve strongly. RNNs struggled more with hidden-state bottlenecks and sequential computation.</a:t>
            </a:r>
          </a:p>
          <a:p>
            <a:endParaRPr/>
          </a:p>
          <a:p>
            <a:r>
              <a:rPr lang="en-SG"/>
              <a:t>Fourth, pre-training is efficient. Objectives like masked language modelling or next-token prediction provide supervision across many positions.</a:t>
            </a:r>
          </a:p>
          <a:p>
            <a:endParaRPr/>
          </a:p>
          <a:p>
            <a:r>
              <a:rPr lang="en-SG"/>
              <a:t>So the Transformer is not just a small architectural change. It changed how large-scale NLP systems are trained.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Now connect this lecture to the course assessment. TMA Q5 asks you to identify the shared limitation of TF-IDF, GloVe average, bigram language models, and GRUs, then explain what architectural feature addresses it.</a:t>
            </a:r>
          </a:p>
          <a:p>
            <a:endParaRPr/>
          </a:p>
          <a:p>
            <a:r>
              <a:rPr lang="en-SG"/>
              <a:t>The shared issue is context limitation. TF-IDF and GloVe averaging lose word order and detailed relationships. Bigram language models have a very small fixed window. GRUs process sequentially and still compress information through hidden states.</a:t>
            </a:r>
          </a:p>
          <a:p>
            <a:endParaRPr/>
          </a:p>
          <a:p>
            <a:r>
              <a:rPr lang="en-SG"/>
              <a:t>Attention addresses this by computing relevance-weighted sums over token representations. It gives tokens a way to access other tokens directly, rather than relying only on a fixed or narrow context.</a:t>
            </a:r>
          </a:p>
          <a:p>
            <a:endParaRPr/>
          </a:p>
          <a:p>
            <a:r>
              <a:rPr lang="en-SG"/>
              <a:t>The course arc is: n-gram language models, then neural language models, then seq2seq with attention, then Transformer. The Transformer removes recurrence and gives full parallelism.</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3 minutes</a:t>
            </a:r>
          </a:p>
          <a:p>
            <a:endParaRPr/>
          </a:p>
          <a:p>
            <a:r>
              <a:rPr lang="en-SG"/>
              <a:t>This slide highlights the assessment connection. For Quiz 4, expect conceptual questions. For example: why divide dot products by square root of d_k? The answer is to prevent large values from making softmax too sharp and gradients too small.</a:t>
            </a:r>
          </a:p>
          <a:p>
            <a:endParaRPr/>
          </a:p>
          <a:p>
            <a:r>
              <a:rPr lang="en-SG"/>
              <a:t>Another question: what is the order inside a Transformer encoder block? Self-attention with residual and norm, then feedforward with residual and norm.</a:t>
            </a:r>
          </a:p>
          <a:p>
            <a:endParaRPr/>
          </a:p>
          <a:p>
            <a:r>
              <a:rPr lang="en-SG"/>
              <a:t>Another question: why does a Transformer need positional encoding? Because self-attention alone is permutation-invariant; it does not automatically know the order of tokens.</a:t>
            </a:r>
          </a:p>
          <a:p>
            <a:endParaRPr/>
          </a:p>
          <a:p>
            <a:r>
              <a:rPr lang="en-SG"/>
              <a:t>For the TMA, Q5 should now be completable. For the ECA, fine-tuning DistilBERT will make more sense if you understand today’s architecture. You do not need to implement everything from scratch, but you must understand what the model is doing.</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8006803" name="Google Shape;284;p:notes"/>
          <p:cNvSpPr/>
          <p:nvPr>
            <p:ph type="sldImg" idx="2"/>
          </p:nvPr>
        </p:nvSpPr>
        <p:spPr bwMode="auto">
          <a:xfrm>
            <a:off x="381299" y="685800"/>
            <a:ext cx="6096074"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87421004" name="Google Shape;285;p: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rPr lang="en-SG"/>
              <a:t>Timing: 4 minutes</a:t>
            </a:r>
          </a:p>
          <a:p>
            <a:endParaRPr/>
          </a:p>
          <a:p>
            <a:r>
              <a:rPr lang="en-SG"/>
              <a:t>Let us end with common mistakes. First, do not confuse attention with the Transformer. Attention came before the Transformer. The Transformer is an architecture built mainly on self-attention.</a:t>
            </a:r>
          </a:p>
          <a:p>
            <a:endParaRPr/>
          </a:p>
          <a:p>
            <a:r>
              <a:rPr lang="en-SG"/>
              <a:t>Second, the context vector in attention does not replace the decoder hidden state. It augments the decoder state with source information.</a:t>
            </a:r>
          </a:p>
          <a:p>
            <a:endParaRPr/>
          </a:p>
          <a:p>
            <a:r>
              <a:rPr lang="en-SG"/>
              <a:t>Third, when reading an attention matrix, remember: rows are decoder steps or target words, and columns are encoder positions or source words.</a:t>
            </a:r>
          </a:p>
          <a:p>
            <a:endParaRPr/>
          </a:p>
          <a:p>
            <a:r>
              <a:rPr lang="en-SG"/>
              <a:t>Fourth, multi-head attention does not split the sequence across heads. Every head can see all positions, but each head uses different learned projections.</a:t>
            </a:r>
          </a:p>
          <a:p>
            <a:endParaRPr/>
          </a:p>
          <a:p>
            <a:r>
              <a:rPr lang="en-SG"/>
              <a:t>Fifth, encoder self-attention and decoder cross-attention are different. In encoder self-attention, Q, K, and V come from the same sequence. In cross-attention, Q comes from the decoder, while K and V come from the encoder.</a:t>
            </a:r>
          </a:p>
          <a:p>
            <a:endParaRPr/>
          </a:p>
          <a:p>
            <a:r>
              <a:rPr lang="en-SG"/>
              <a:t>Finally, do not omit residual connections when drawing the encoder block. They are essential for training deep Transformers.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01" preserve="0" showMasterPhAnim="0" showMasterSp="1" type="title" userDrawn="1">
  <p:cSld name="TITLE">
    <p:spTree>
      <p:nvGrpSpPr>
        <p:cNvPr id="1" name=""/>
        <p:cNvGrpSpPr/>
        <p:nvPr/>
      </p:nvGrpSpPr>
      <p:grpSpPr bwMode="auto">
        <a:xfrm>
          <a:off x="0" y="0"/>
          <a:ext cx="0" cy="0"/>
          <a:chOff x="0" y="0"/>
          <a:chExt cx="0" cy="0"/>
        </a:xfrm>
      </p:grpSpPr>
      <p:sp>
        <p:nvSpPr>
          <p:cNvPr id="254805459" name="Google Shape;11;p2"/>
          <p:cNvSpPr/>
          <p:nvPr/>
        </p:nvSpPr>
        <p:spPr bwMode="auto">
          <a:xfrm>
            <a:off x="0" y="0"/>
            <a:ext cx="12191999" cy="6881198"/>
          </a:xfrm>
          <a:prstGeom prst="rect">
            <a:avLst/>
          </a:prstGeom>
          <a:solidFill>
            <a:srgbClr val="CE0000"/>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3" tIns="45699" rIns="91423" bIns="45699" anchor="ctr" anchorCtr="0">
            <a:noAutofit/>
          </a:bodyPr>
          <a:lstStyle/>
          <a:p>
            <a:pPr marL="0" marR="0" lvl="0" indent="0" algn="ctr" rtl="0">
              <a:spcBef>
                <a:spcPts val="0"/>
              </a:spcBef>
              <a:spcAft>
                <a:spcPts val="0"/>
              </a:spcAft>
              <a:buNone/>
              <a:defRPr/>
            </a:pPr>
            <a:endParaRPr sz="1800" b="0" i="0" u="none" strike="noStrike" cap="none">
              <a:solidFill>
                <a:srgbClr val="CE0000"/>
              </a:solidFill>
              <a:latin typeface="Arial"/>
              <a:ea typeface="Arial"/>
              <a:cs typeface="Arial"/>
            </a:endParaRPr>
          </a:p>
        </p:txBody>
      </p:sp>
      <p:pic>
        <p:nvPicPr>
          <p:cNvPr id="937119548" name="Google Shape;12;p2" descr="Template01-02.png"/>
          <p:cNvPicPr/>
          <p:nvPr/>
        </p:nvPicPr>
        <p:blipFill rotWithShape="1">
          <a:blip r:embed="rId2">
            <a:alphaModFix/>
          </a:blip>
          <a:srcRect l="0" t="0" r="0" b="0"/>
          <a:stretch/>
        </p:blipFill>
        <p:spPr bwMode="auto">
          <a:xfrm>
            <a:off x="0" y="-1"/>
            <a:ext cx="8569894" cy="6881037"/>
          </a:xfrm>
          <a:prstGeom prst="rect">
            <a:avLst/>
          </a:prstGeom>
          <a:noFill/>
          <a:ln>
            <a:noFill/>
          </a:ln>
        </p:spPr>
      </p:pic>
      <p:sp>
        <p:nvSpPr>
          <p:cNvPr id="223039221" name="Google Shape;13;p2"/>
          <p:cNvSpPr txBox="1"/>
          <p:nvPr>
            <p:ph type="ctrTitle"/>
          </p:nvPr>
        </p:nvSpPr>
        <p:spPr bwMode="auto">
          <a:xfrm>
            <a:off x="342900" y="1662309"/>
            <a:ext cx="10363199" cy="1413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68085913" name="Google Shape;14;p2"/>
          <p:cNvSpPr txBox="1"/>
          <p:nvPr>
            <p:ph type="subTitle" idx="1"/>
          </p:nvPr>
        </p:nvSpPr>
        <p:spPr bwMode="auto">
          <a:xfrm>
            <a:off x="337503" y="3274931"/>
            <a:ext cx="8534399" cy="1752799"/>
          </a:xfrm>
          <a:prstGeom prst="rect">
            <a:avLst/>
          </a:prstGeom>
          <a:noFill/>
          <a:ln>
            <a:noFill/>
          </a:ln>
        </p:spPr>
        <p:txBody>
          <a:bodyPr spcFirstLastPara="1" wrap="square" lIns="91423" tIns="45699" rIns="91423" bIns="45699" anchor="t" anchorCtr="0">
            <a:normAutofit/>
          </a:bodyPr>
          <a:lstStyle>
            <a:lvl1pPr lvl="0" algn="l">
              <a:spcBef>
                <a:spcPts val="398"/>
              </a:spcBef>
              <a:spcAft>
                <a:spcPts val="0"/>
              </a:spcAft>
              <a:buClr>
                <a:srgbClr val="FFFFFF"/>
              </a:buClr>
              <a:buSzPts val="2000"/>
              <a:buNone/>
              <a:defRPr sz="2000">
                <a:solidFill>
                  <a:srgbClr val="FFFFFF"/>
                </a:solidFill>
              </a:defRPr>
            </a:lvl1pPr>
            <a:lvl2pPr lvl="1" algn="ctr">
              <a:spcBef>
                <a:spcPts val="259"/>
              </a:spcBef>
              <a:spcAft>
                <a:spcPts val="0"/>
              </a:spcAft>
              <a:buClr>
                <a:srgbClr val="888F9A"/>
              </a:buClr>
              <a:buSzPts val="1300"/>
              <a:buNone/>
              <a:defRPr>
                <a:solidFill>
                  <a:srgbClr val="888F9A"/>
                </a:solidFill>
              </a:defRPr>
            </a:lvl2pPr>
            <a:lvl3pPr lvl="2" algn="ctr">
              <a:spcBef>
                <a:spcPts val="239"/>
              </a:spcBef>
              <a:spcAft>
                <a:spcPts val="0"/>
              </a:spcAft>
              <a:buClr>
                <a:srgbClr val="888F9A"/>
              </a:buClr>
              <a:buSzPts val="1200"/>
              <a:buNone/>
              <a:defRPr>
                <a:solidFill>
                  <a:srgbClr val="888F9A"/>
                </a:solidFill>
              </a:defRPr>
            </a:lvl3pPr>
            <a:lvl4pPr lvl="3" algn="ctr">
              <a:spcBef>
                <a:spcPts val="199"/>
              </a:spcBef>
              <a:spcAft>
                <a:spcPts val="0"/>
              </a:spcAft>
              <a:buClr>
                <a:srgbClr val="888F9A"/>
              </a:buClr>
              <a:buSzPts val="1000"/>
              <a:buNone/>
              <a:defRPr>
                <a:solidFill>
                  <a:srgbClr val="888F9A"/>
                </a:solidFill>
              </a:defRPr>
            </a:lvl4pPr>
            <a:lvl5pPr lvl="4" algn="ctr">
              <a:spcBef>
                <a:spcPts val="159"/>
              </a:spcBef>
              <a:spcAft>
                <a:spcPts val="0"/>
              </a:spcAft>
              <a:buClr>
                <a:srgbClr val="888F9A"/>
              </a:buClr>
              <a:buSzPts val="800"/>
              <a:buNone/>
              <a:defRPr>
                <a:solidFill>
                  <a:srgbClr val="888F9A"/>
                </a:solidFill>
              </a:defRPr>
            </a:lvl5pPr>
            <a:lvl6pPr lvl="5" algn="ctr">
              <a:spcBef>
                <a:spcPts val="398"/>
              </a:spcBef>
              <a:spcAft>
                <a:spcPts val="0"/>
              </a:spcAft>
              <a:buClr>
                <a:srgbClr val="888F9A"/>
              </a:buClr>
              <a:buSzPts val="2000"/>
              <a:buNone/>
              <a:defRPr>
                <a:solidFill>
                  <a:srgbClr val="888F9A"/>
                </a:solidFill>
              </a:defRPr>
            </a:lvl6pPr>
            <a:lvl7pPr lvl="6" algn="ctr">
              <a:spcBef>
                <a:spcPts val="398"/>
              </a:spcBef>
              <a:spcAft>
                <a:spcPts val="0"/>
              </a:spcAft>
              <a:buClr>
                <a:srgbClr val="888F9A"/>
              </a:buClr>
              <a:buSzPts val="2000"/>
              <a:buNone/>
              <a:defRPr>
                <a:solidFill>
                  <a:srgbClr val="888F9A"/>
                </a:solidFill>
              </a:defRPr>
            </a:lvl7pPr>
            <a:lvl8pPr lvl="7" algn="ctr">
              <a:spcBef>
                <a:spcPts val="398"/>
              </a:spcBef>
              <a:spcAft>
                <a:spcPts val="0"/>
              </a:spcAft>
              <a:buClr>
                <a:srgbClr val="888F9A"/>
              </a:buClr>
              <a:buSzPts val="2000"/>
              <a:buNone/>
              <a:defRPr>
                <a:solidFill>
                  <a:srgbClr val="888F9A"/>
                </a:solidFill>
              </a:defRPr>
            </a:lvl8pPr>
            <a:lvl9pPr lvl="8" algn="ctr">
              <a:spcBef>
                <a:spcPts val="398"/>
              </a:spcBef>
              <a:spcAft>
                <a:spcPts val="0"/>
              </a:spcAft>
              <a:buClr>
                <a:srgbClr val="888F9A"/>
              </a:buClr>
              <a:buSzPts val="2000"/>
              <a:buNone/>
              <a:defRPr>
                <a:solidFill>
                  <a:srgbClr val="888F9A"/>
                </a:solidFill>
              </a:defRPr>
            </a:lvl9pPr>
          </a:lstStyle>
          <a:p>
            <a:pPr>
              <a:defRPr/>
            </a:pPr>
            <a:endParaRPr/>
          </a:p>
        </p:txBody>
      </p:sp>
      <p:pic>
        <p:nvPicPr>
          <p:cNvPr id="221340586" name="Google Shape;15;p2" descr="holding device-02.png"/>
          <p:cNvPicPr/>
          <p:nvPr/>
        </p:nvPicPr>
        <p:blipFill rotWithShape="1">
          <a:blip r:embed="rId3">
            <a:alphaModFix/>
          </a:blip>
          <a:srcRect l="0" t="0" r="0" b="0"/>
          <a:stretch/>
        </p:blipFill>
        <p:spPr bwMode="auto">
          <a:xfrm>
            <a:off x="464627" y="-1"/>
            <a:ext cx="191549" cy="1625599"/>
          </a:xfrm>
          <a:prstGeom prst="rect">
            <a:avLst/>
          </a:prstGeom>
          <a:noFill/>
          <a:ln>
            <a:noFill/>
          </a:ln>
        </p:spPr>
      </p:pic>
      <p:pic>
        <p:nvPicPr>
          <p:cNvPr id="2126892327" name="Google Shape;16;p2" descr="01 Singapore University of Social Sciences_Horizontal Format_Version A_White Background_RGB.png"/>
          <p:cNvPicPr/>
          <p:nvPr/>
        </p:nvPicPr>
        <p:blipFill rotWithShape="1">
          <a:blip r:embed="rId4">
            <a:alphaModFix/>
          </a:blip>
          <a:srcRect l="0" t="0" r="0" b="0"/>
          <a:stretch/>
        </p:blipFill>
        <p:spPr bwMode="auto">
          <a:xfrm>
            <a:off x="465666" y="6083009"/>
            <a:ext cx="976494" cy="4947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3_Title and Content" preserve="0" showMasterPhAnim="0" showMasterSp="1" userDrawn="1">
  <p:cSld name="13_Title and Content">
    <p:spTree>
      <p:nvGrpSpPr>
        <p:cNvPr id="1" name=""/>
        <p:cNvGrpSpPr/>
        <p:nvPr/>
      </p:nvGrpSpPr>
      <p:grpSpPr bwMode="auto">
        <a:xfrm>
          <a:off x="0" y="0"/>
          <a:ext cx="0" cy="0"/>
          <a:chOff x="0" y="0"/>
          <a:chExt cx="0" cy="0"/>
        </a:xfrm>
      </p:grpSpPr>
      <p:sp>
        <p:nvSpPr>
          <p:cNvPr id="366572114" name="Google Shape;18;p3"/>
          <p:cNvSpPr txBox="1"/>
          <p:nvPr>
            <p:ph type="title"/>
          </p:nvPr>
        </p:nvSpPr>
        <p:spPr bwMode="auto">
          <a:xfrm>
            <a:off x="914400" y="380998"/>
            <a:ext cx="10058400" cy="9247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890018"/>
              </a:buClr>
              <a:buSzPts val="2400"/>
              <a:buFont typeface="Montserrat Medium"/>
              <a:buNone/>
              <a:defRPr sz="2400">
                <a:solidFill>
                  <a:srgbClr val="890018"/>
                </a:solidFill>
                <a:latin typeface="Montserrat Medium"/>
                <a:ea typeface="Montserrat Medium"/>
                <a:cs typeface="Montserrat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21355058" name="Google Shape;19;p3"/>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lvl="0" indent="-228600" algn="l">
              <a:spcBef>
                <a:spcPts val="359"/>
              </a:spcBef>
              <a:spcAft>
                <a:spcPts val="0"/>
              </a:spcAft>
              <a:buClr>
                <a:schemeClr val="dk1"/>
              </a:buClr>
              <a:buSzPts val="1800"/>
              <a:buNone/>
              <a:defRPr sz="1800">
                <a:solidFill>
                  <a:schemeClr val="dk1"/>
                </a:solidFill>
                <a:latin typeface="Arial"/>
                <a:ea typeface="Arial"/>
                <a:cs typeface="Arial"/>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376404063" name="Google Shape;20;p3"/>
          <p:cNvSpPr txBox="1"/>
          <p:nvPr>
            <p:ph type="sldNum" idx="12"/>
          </p:nvPr>
        </p:nvSpPr>
        <p:spPr bwMode="auto">
          <a:xfrm>
            <a:off x="8877299" y="6327646"/>
            <a:ext cx="2844798" cy="365199"/>
          </a:xfrm>
          <a:prstGeom prst="rect">
            <a:avLst/>
          </a:prstGeom>
          <a:noFill/>
          <a:ln>
            <a:noFill/>
          </a:ln>
        </p:spPr>
        <p:txBody>
          <a:bodyPr spcFirstLastPara="1" wrap="square" lIns="91423" tIns="45699" rIns="91423" bIns="45699" anchor="ctr" anchorCtr="0">
            <a:noAutofit/>
          </a:bodyPr>
          <a:lstStyle>
            <a:lvl1pPr marL="0" marR="0" lvl="0" indent="0" algn="r" rtl="0">
              <a:spcBef>
                <a:spcPts val="0"/>
              </a:spcBef>
              <a:buNone/>
              <a:defRPr sz="800" b="0" i="0" u="none" strike="noStrike" cap="none">
                <a:solidFill>
                  <a:srgbClr val="003B5C"/>
                </a:solidFill>
                <a:latin typeface="Arial"/>
                <a:ea typeface="Arial"/>
                <a:cs typeface="Arial"/>
              </a:defRPr>
            </a:lvl1pPr>
            <a:lvl2pPr marL="0" marR="0" lvl="1" indent="0" algn="r" rtl="0">
              <a:spcBef>
                <a:spcPts val="0"/>
              </a:spcBef>
              <a:buNone/>
              <a:defRPr sz="800" b="0" i="0" u="none" strike="noStrike" cap="none">
                <a:solidFill>
                  <a:srgbClr val="003B5C"/>
                </a:solidFill>
                <a:latin typeface="Arial"/>
                <a:ea typeface="Arial"/>
                <a:cs typeface="Arial"/>
              </a:defRPr>
            </a:lvl2pPr>
            <a:lvl3pPr marL="0" marR="0" lvl="2" indent="0" algn="r" rtl="0">
              <a:spcBef>
                <a:spcPts val="0"/>
              </a:spcBef>
              <a:buNone/>
              <a:defRPr sz="800" b="0" i="0" u="none" strike="noStrike" cap="none">
                <a:solidFill>
                  <a:srgbClr val="003B5C"/>
                </a:solidFill>
                <a:latin typeface="Arial"/>
                <a:ea typeface="Arial"/>
                <a:cs typeface="Arial"/>
              </a:defRPr>
            </a:lvl3pPr>
            <a:lvl4pPr marL="0" marR="0" lvl="3" indent="0" algn="r" rtl="0">
              <a:spcBef>
                <a:spcPts val="0"/>
              </a:spcBef>
              <a:buNone/>
              <a:defRPr sz="800" b="0" i="0" u="none" strike="noStrike" cap="none">
                <a:solidFill>
                  <a:srgbClr val="003B5C"/>
                </a:solidFill>
                <a:latin typeface="Arial"/>
                <a:ea typeface="Arial"/>
                <a:cs typeface="Arial"/>
              </a:defRPr>
            </a:lvl4pPr>
            <a:lvl5pPr marL="0" marR="0" lvl="4" indent="0" algn="r" rtl="0">
              <a:spcBef>
                <a:spcPts val="0"/>
              </a:spcBef>
              <a:buNone/>
              <a:defRPr sz="800" b="0" i="0" u="none" strike="noStrike" cap="none">
                <a:solidFill>
                  <a:srgbClr val="003B5C"/>
                </a:solidFill>
                <a:latin typeface="Arial"/>
                <a:ea typeface="Arial"/>
                <a:cs typeface="Arial"/>
              </a:defRPr>
            </a:lvl5pPr>
            <a:lvl6pPr marL="0" marR="0" lvl="5" indent="0" algn="r" rtl="0">
              <a:spcBef>
                <a:spcPts val="0"/>
              </a:spcBef>
              <a:buNone/>
              <a:defRPr sz="800" b="0" i="0" u="none" strike="noStrike" cap="none">
                <a:solidFill>
                  <a:srgbClr val="003B5C"/>
                </a:solidFill>
                <a:latin typeface="Arial"/>
                <a:ea typeface="Arial"/>
                <a:cs typeface="Arial"/>
              </a:defRPr>
            </a:lvl6pPr>
            <a:lvl7pPr marL="0" marR="0" lvl="6" indent="0" algn="r" rtl="0">
              <a:spcBef>
                <a:spcPts val="0"/>
              </a:spcBef>
              <a:buNone/>
              <a:defRPr sz="800" b="0" i="0" u="none" strike="noStrike" cap="none">
                <a:solidFill>
                  <a:srgbClr val="003B5C"/>
                </a:solidFill>
                <a:latin typeface="Arial"/>
                <a:ea typeface="Arial"/>
                <a:cs typeface="Arial"/>
              </a:defRPr>
            </a:lvl7pPr>
            <a:lvl8pPr marL="0" marR="0" lvl="7" indent="0" algn="r" rtl="0">
              <a:spcBef>
                <a:spcPts val="0"/>
              </a:spcBef>
              <a:buNone/>
              <a:defRPr sz="800" b="0" i="0" u="none" strike="noStrike" cap="none">
                <a:solidFill>
                  <a:srgbClr val="003B5C"/>
                </a:solidFill>
                <a:latin typeface="Arial"/>
                <a:ea typeface="Arial"/>
                <a:cs typeface="Arial"/>
              </a:defRPr>
            </a:lvl8pPr>
            <a:lvl9pPr marL="0" marR="0" lvl="8" indent="0" algn="r" rtl="0">
              <a:spcBef>
                <a:spcPts val="0"/>
              </a:spcBef>
              <a:buNone/>
              <a:defRPr sz="800" b="0" i="0" u="none" strike="noStrike" cap="none">
                <a:solidFill>
                  <a:srgbClr val="003B5C"/>
                </a:solidFill>
                <a:latin typeface="Arial"/>
                <a:ea typeface="Arial"/>
                <a:cs typeface="Arial"/>
              </a:defRPr>
            </a:lvl9pPr>
          </a:lstStyle>
          <a:p>
            <a:pPr marL="0" lvl="0" indent="0" algn="r" rtl="0">
              <a:spcBef>
                <a:spcPts val="0"/>
              </a:spcBef>
              <a:spcAft>
                <a:spcPts val="0"/>
              </a:spcAft>
              <a:buNone/>
              <a:defRPr/>
            </a:pPr>
            <a:r>
              <a:rPr lang="en"/>
              <a:t>Presentation Title | </a:t>
            </a:r>
            <a:fld id="{C7812B86-7969-3C38-4BAE-F9511F764C6F}" type="slidenum">
              <a:rPr lang="en" b="1"/>
              <a:t>&lt;#&gt;</a:t>
            </a:fld>
            <a:endParaRPr b="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_Title Slide 01" preserve="0" showMasterPhAnim="0" showMasterSp="1" userDrawn="1">
  <p:cSld name="2_Title Slide 01">
    <p:spTree>
      <p:nvGrpSpPr>
        <p:cNvPr id="1" name=""/>
        <p:cNvGrpSpPr/>
        <p:nvPr/>
      </p:nvGrpSpPr>
      <p:grpSpPr bwMode="auto">
        <a:xfrm>
          <a:off x="0" y="0"/>
          <a:ext cx="0" cy="0"/>
          <a:chOff x="0" y="0"/>
          <a:chExt cx="0" cy="0"/>
        </a:xfrm>
      </p:grpSpPr>
      <p:pic>
        <p:nvPicPr>
          <p:cNvPr id="807095441" name="Google Shape;22;p4" descr="Template01-01.png"/>
          <p:cNvPicPr/>
          <p:nvPr/>
        </p:nvPicPr>
        <p:blipFill rotWithShape="1">
          <a:blip r:embed="rId2">
            <a:alphaModFix/>
          </a:blip>
          <a:srcRect l="0" t="0" r="0" b="0"/>
          <a:stretch/>
        </p:blipFill>
        <p:spPr bwMode="auto">
          <a:xfrm>
            <a:off x="0" y="0"/>
            <a:ext cx="12191999" cy="6851701"/>
          </a:xfrm>
          <a:prstGeom prst="rect">
            <a:avLst/>
          </a:prstGeom>
          <a:noFill/>
          <a:ln>
            <a:noFill/>
          </a:ln>
        </p:spPr>
      </p:pic>
      <p:pic>
        <p:nvPicPr>
          <p:cNvPr id="1059709492" name="Google Shape;23;p4" descr="01 Singapore University of Social Sciences_Horizontal Format_Version A_White Background_RGB.png"/>
          <p:cNvPicPr/>
          <p:nvPr/>
        </p:nvPicPr>
        <p:blipFill rotWithShape="1">
          <a:blip r:embed="rId3">
            <a:alphaModFix/>
          </a:blip>
          <a:srcRect l="0" t="0" r="0" b="0"/>
          <a:stretch/>
        </p:blipFill>
        <p:spPr bwMode="auto">
          <a:xfrm>
            <a:off x="4470607" y="2616969"/>
            <a:ext cx="3250786" cy="1647098"/>
          </a:xfrm>
          <a:prstGeom prst="rect">
            <a:avLst/>
          </a:prstGeom>
          <a:noFill/>
          <a:ln>
            <a:noFill/>
          </a:ln>
        </p:spPr>
      </p:pic>
      <p:sp>
        <p:nvSpPr>
          <p:cNvPr id="173648086" name="Google Shape;24;p4"/>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A8F9753-9EB5-65F2-FCB5-A77C51664FCB}" type="slidenum">
              <a:rPr lang="en"/>
              <a:t>&lt;#&gt;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_Title Slide 01" preserve="0" showMasterPhAnim="0" showMasterSp="1" userDrawn="1">
  <p:cSld name="1_Title Slide 01">
    <p:spTree>
      <p:nvGrpSpPr>
        <p:cNvPr id="1" name=""/>
        <p:cNvGrpSpPr/>
        <p:nvPr/>
      </p:nvGrpSpPr>
      <p:grpSpPr bwMode="auto">
        <a:xfrm>
          <a:off x="0" y="0"/>
          <a:ext cx="0" cy="0"/>
          <a:chOff x="0" y="0"/>
          <a:chExt cx="0" cy="0"/>
        </a:xfrm>
      </p:grpSpPr>
      <p:sp>
        <p:nvSpPr>
          <p:cNvPr id="1988400279" name="Google Shape;26;p5"/>
          <p:cNvSpPr/>
          <p:nvPr/>
        </p:nvSpPr>
        <p:spPr bwMode="auto">
          <a:xfrm>
            <a:off x="0" y="0"/>
            <a:ext cx="12191999" cy="6881198"/>
          </a:xfrm>
          <a:prstGeom prst="rect">
            <a:avLst/>
          </a:prstGeom>
          <a:solidFill>
            <a:srgbClr val="042A4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3" tIns="45699" rIns="91423" bIns="45699"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1414082857" name="Google Shape;27;p5" descr="03 Singapore University of Social Sciences_Horizontal Format_Version A_Blue Background_RGB-01.png"/>
          <p:cNvPicPr/>
          <p:nvPr/>
        </p:nvPicPr>
        <p:blipFill rotWithShape="1">
          <a:blip r:embed="rId2">
            <a:alphaModFix/>
          </a:blip>
          <a:srcRect l="0" t="0" r="0" b="0"/>
          <a:stretch/>
        </p:blipFill>
        <p:spPr bwMode="auto">
          <a:xfrm>
            <a:off x="469063" y="6081831"/>
            <a:ext cx="968027" cy="484014"/>
          </a:xfrm>
          <a:prstGeom prst="rect">
            <a:avLst/>
          </a:prstGeom>
          <a:noFill/>
          <a:ln>
            <a:noFill/>
          </a:ln>
        </p:spPr>
      </p:pic>
      <p:sp>
        <p:nvSpPr>
          <p:cNvPr id="399289232" name="Google Shape;28;p5"/>
          <p:cNvSpPr txBox="1"/>
          <p:nvPr>
            <p:ph type="ctrTitle"/>
          </p:nvPr>
        </p:nvSpPr>
        <p:spPr bwMode="auto">
          <a:xfrm>
            <a:off x="342900" y="1662309"/>
            <a:ext cx="10363199" cy="1413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19108730" name="Google Shape;29;p5"/>
          <p:cNvSpPr txBox="1"/>
          <p:nvPr>
            <p:ph type="subTitle" idx="1"/>
          </p:nvPr>
        </p:nvSpPr>
        <p:spPr bwMode="auto">
          <a:xfrm>
            <a:off x="337503" y="3274931"/>
            <a:ext cx="8534399" cy="1752799"/>
          </a:xfrm>
          <a:prstGeom prst="rect">
            <a:avLst/>
          </a:prstGeom>
          <a:noFill/>
          <a:ln>
            <a:noFill/>
          </a:ln>
        </p:spPr>
        <p:txBody>
          <a:bodyPr spcFirstLastPara="1" wrap="square" lIns="91423" tIns="45699" rIns="91423" bIns="45699" anchor="t" anchorCtr="0">
            <a:normAutofit/>
          </a:bodyPr>
          <a:lstStyle>
            <a:lvl1pPr lvl="0" algn="l">
              <a:spcBef>
                <a:spcPts val="398"/>
              </a:spcBef>
              <a:spcAft>
                <a:spcPts val="0"/>
              </a:spcAft>
              <a:buClr>
                <a:srgbClr val="FFFFFF"/>
              </a:buClr>
              <a:buSzPts val="2000"/>
              <a:buNone/>
              <a:defRPr sz="2000">
                <a:solidFill>
                  <a:srgbClr val="FFFFFF"/>
                </a:solidFill>
              </a:defRPr>
            </a:lvl1pPr>
            <a:lvl2pPr lvl="1" algn="ctr">
              <a:spcBef>
                <a:spcPts val="259"/>
              </a:spcBef>
              <a:spcAft>
                <a:spcPts val="0"/>
              </a:spcAft>
              <a:buClr>
                <a:srgbClr val="888F9A"/>
              </a:buClr>
              <a:buSzPts val="1300"/>
              <a:buNone/>
              <a:defRPr>
                <a:solidFill>
                  <a:srgbClr val="888F9A"/>
                </a:solidFill>
              </a:defRPr>
            </a:lvl2pPr>
            <a:lvl3pPr lvl="2" algn="ctr">
              <a:spcBef>
                <a:spcPts val="239"/>
              </a:spcBef>
              <a:spcAft>
                <a:spcPts val="0"/>
              </a:spcAft>
              <a:buClr>
                <a:srgbClr val="888F9A"/>
              </a:buClr>
              <a:buSzPts val="1200"/>
              <a:buNone/>
              <a:defRPr>
                <a:solidFill>
                  <a:srgbClr val="888F9A"/>
                </a:solidFill>
              </a:defRPr>
            </a:lvl3pPr>
            <a:lvl4pPr lvl="3" algn="ctr">
              <a:spcBef>
                <a:spcPts val="199"/>
              </a:spcBef>
              <a:spcAft>
                <a:spcPts val="0"/>
              </a:spcAft>
              <a:buClr>
                <a:srgbClr val="888F9A"/>
              </a:buClr>
              <a:buSzPts val="1000"/>
              <a:buNone/>
              <a:defRPr>
                <a:solidFill>
                  <a:srgbClr val="888F9A"/>
                </a:solidFill>
              </a:defRPr>
            </a:lvl4pPr>
            <a:lvl5pPr lvl="4" algn="ctr">
              <a:spcBef>
                <a:spcPts val="159"/>
              </a:spcBef>
              <a:spcAft>
                <a:spcPts val="0"/>
              </a:spcAft>
              <a:buClr>
                <a:srgbClr val="888F9A"/>
              </a:buClr>
              <a:buSzPts val="800"/>
              <a:buNone/>
              <a:defRPr>
                <a:solidFill>
                  <a:srgbClr val="888F9A"/>
                </a:solidFill>
              </a:defRPr>
            </a:lvl5pPr>
            <a:lvl6pPr lvl="5" algn="ctr">
              <a:spcBef>
                <a:spcPts val="398"/>
              </a:spcBef>
              <a:spcAft>
                <a:spcPts val="0"/>
              </a:spcAft>
              <a:buClr>
                <a:srgbClr val="888F9A"/>
              </a:buClr>
              <a:buSzPts val="2000"/>
              <a:buNone/>
              <a:defRPr>
                <a:solidFill>
                  <a:srgbClr val="888F9A"/>
                </a:solidFill>
              </a:defRPr>
            </a:lvl6pPr>
            <a:lvl7pPr lvl="6" algn="ctr">
              <a:spcBef>
                <a:spcPts val="398"/>
              </a:spcBef>
              <a:spcAft>
                <a:spcPts val="0"/>
              </a:spcAft>
              <a:buClr>
                <a:srgbClr val="888F9A"/>
              </a:buClr>
              <a:buSzPts val="2000"/>
              <a:buNone/>
              <a:defRPr>
                <a:solidFill>
                  <a:srgbClr val="888F9A"/>
                </a:solidFill>
              </a:defRPr>
            </a:lvl7pPr>
            <a:lvl8pPr lvl="7" algn="ctr">
              <a:spcBef>
                <a:spcPts val="398"/>
              </a:spcBef>
              <a:spcAft>
                <a:spcPts val="0"/>
              </a:spcAft>
              <a:buClr>
                <a:srgbClr val="888F9A"/>
              </a:buClr>
              <a:buSzPts val="2000"/>
              <a:buNone/>
              <a:defRPr>
                <a:solidFill>
                  <a:srgbClr val="888F9A"/>
                </a:solidFill>
              </a:defRPr>
            </a:lvl8pPr>
            <a:lvl9pPr lvl="8" algn="ctr">
              <a:spcBef>
                <a:spcPts val="398"/>
              </a:spcBef>
              <a:spcAft>
                <a:spcPts val="0"/>
              </a:spcAft>
              <a:buClr>
                <a:srgbClr val="888F9A"/>
              </a:buClr>
              <a:buSzPts val="2000"/>
              <a:buNone/>
              <a:defRPr>
                <a:solidFill>
                  <a:srgbClr val="888F9A"/>
                </a:solidFill>
              </a:defRPr>
            </a:lvl9pPr>
          </a:lstStyle>
          <a:p>
            <a:pPr>
              <a:defRPr/>
            </a:pPr>
            <a:endParaRPr/>
          </a:p>
        </p:txBody>
      </p:sp>
      <p:pic>
        <p:nvPicPr>
          <p:cNvPr id="933928762" name="Google Shape;30;p5" descr="holding device-02.png"/>
          <p:cNvPicPr/>
          <p:nvPr/>
        </p:nvPicPr>
        <p:blipFill rotWithShape="1">
          <a:blip r:embed="rId3">
            <a:alphaModFix/>
          </a:blip>
          <a:srcRect l="0" t="0" r="0" b="0"/>
          <a:stretch/>
        </p:blipFill>
        <p:spPr bwMode="auto">
          <a:xfrm>
            <a:off x="464627" y="-1"/>
            <a:ext cx="191549" cy="1625599"/>
          </a:xfrm>
          <a:prstGeom prst="rect">
            <a:avLst/>
          </a:prstGeom>
          <a:noFill/>
          <a:ln>
            <a:noFill/>
          </a:ln>
        </p:spPr>
      </p:pic>
      <p:sp>
        <p:nvSpPr>
          <p:cNvPr id="1426537260" name="Google Shape;31;p5"/>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13595A7E-AFB7-0768-D695-4CF012051248}" type="slidenum">
              <a:rPr lang="en"/>
              <a:t>&lt;#&gt;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3" preserve="0" showMasterPhAnim="0" showMasterSp="1" userDrawn="1">
  <p:cSld name="Title Slide 3">
    <p:spTree>
      <p:nvGrpSpPr>
        <p:cNvPr id="1" name=""/>
        <p:cNvGrpSpPr/>
        <p:nvPr/>
      </p:nvGrpSpPr>
      <p:grpSpPr bwMode="auto">
        <a:xfrm>
          <a:off x="0" y="0"/>
          <a:ext cx="0" cy="0"/>
          <a:chOff x="0" y="0"/>
          <a:chExt cx="0" cy="0"/>
        </a:xfrm>
      </p:grpSpPr>
      <p:sp>
        <p:nvSpPr>
          <p:cNvPr id="1398073371" name="Google Shape;33;p6"/>
          <p:cNvSpPr/>
          <p:nvPr>
            <p:ph type="pic" idx="2"/>
          </p:nvPr>
        </p:nvSpPr>
        <p:spPr bwMode="auto">
          <a:xfrm>
            <a:off x="0" y="-19461"/>
            <a:ext cx="12191999" cy="6877599"/>
          </a:xfrm>
          <a:prstGeom prst="rect">
            <a:avLst/>
          </a:prstGeom>
          <a:noFill/>
          <a:ln>
            <a:noFill/>
          </a:ln>
        </p:spPr>
      </p:sp>
      <p:sp>
        <p:nvSpPr>
          <p:cNvPr id="643414186" name="Google Shape;34;p6"/>
          <p:cNvSpPr txBox="1"/>
          <p:nvPr>
            <p:ph type="ctrTitle"/>
          </p:nvPr>
        </p:nvSpPr>
        <p:spPr bwMode="auto">
          <a:xfrm>
            <a:off x="342900" y="1662309"/>
            <a:ext cx="10363199" cy="1413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95709217" name="Google Shape;35;p6"/>
          <p:cNvSpPr txBox="1"/>
          <p:nvPr>
            <p:ph type="subTitle" idx="1"/>
          </p:nvPr>
        </p:nvSpPr>
        <p:spPr bwMode="auto">
          <a:xfrm>
            <a:off x="337503" y="3274931"/>
            <a:ext cx="8534399" cy="1752799"/>
          </a:xfrm>
          <a:prstGeom prst="rect">
            <a:avLst/>
          </a:prstGeom>
          <a:noFill/>
          <a:ln>
            <a:noFill/>
          </a:ln>
        </p:spPr>
        <p:txBody>
          <a:bodyPr spcFirstLastPara="1" wrap="square" lIns="91423" tIns="45699" rIns="91423" bIns="45699" anchor="t" anchorCtr="0">
            <a:normAutofit/>
          </a:bodyPr>
          <a:lstStyle>
            <a:lvl1pPr lvl="0" algn="l">
              <a:spcBef>
                <a:spcPts val="398"/>
              </a:spcBef>
              <a:spcAft>
                <a:spcPts val="0"/>
              </a:spcAft>
              <a:buClr>
                <a:srgbClr val="FFFFFF"/>
              </a:buClr>
              <a:buSzPts val="2000"/>
              <a:buNone/>
              <a:defRPr sz="2000">
                <a:solidFill>
                  <a:srgbClr val="FFFFFF"/>
                </a:solidFill>
              </a:defRPr>
            </a:lvl1pPr>
            <a:lvl2pPr lvl="1" algn="ctr">
              <a:spcBef>
                <a:spcPts val="259"/>
              </a:spcBef>
              <a:spcAft>
                <a:spcPts val="0"/>
              </a:spcAft>
              <a:buClr>
                <a:srgbClr val="888F9A"/>
              </a:buClr>
              <a:buSzPts val="1300"/>
              <a:buNone/>
              <a:defRPr>
                <a:solidFill>
                  <a:srgbClr val="888F9A"/>
                </a:solidFill>
              </a:defRPr>
            </a:lvl2pPr>
            <a:lvl3pPr lvl="2" algn="ctr">
              <a:spcBef>
                <a:spcPts val="239"/>
              </a:spcBef>
              <a:spcAft>
                <a:spcPts val="0"/>
              </a:spcAft>
              <a:buClr>
                <a:srgbClr val="888F9A"/>
              </a:buClr>
              <a:buSzPts val="1200"/>
              <a:buNone/>
              <a:defRPr>
                <a:solidFill>
                  <a:srgbClr val="888F9A"/>
                </a:solidFill>
              </a:defRPr>
            </a:lvl3pPr>
            <a:lvl4pPr lvl="3" algn="ctr">
              <a:spcBef>
                <a:spcPts val="199"/>
              </a:spcBef>
              <a:spcAft>
                <a:spcPts val="0"/>
              </a:spcAft>
              <a:buClr>
                <a:srgbClr val="888F9A"/>
              </a:buClr>
              <a:buSzPts val="1000"/>
              <a:buNone/>
              <a:defRPr>
                <a:solidFill>
                  <a:srgbClr val="888F9A"/>
                </a:solidFill>
              </a:defRPr>
            </a:lvl4pPr>
            <a:lvl5pPr lvl="4" algn="ctr">
              <a:spcBef>
                <a:spcPts val="159"/>
              </a:spcBef>
              <a:spcAft>
                <a:spcPts val="0"/>
              </a:spcAft>
              <a:buClr>
                <a:srgbClr val="888F9A"/>
              </a:buClr>
              <a:buSzPts val="800"/>
              <a:buNone/>
              <a:defRPr>
                <a:solidFill>
                  <a:srgbClr val="888F9A"/>
                </a:solidFill>
              </a:defRPr>
            </a:lvl5pPr>
            <a:lvl6pPr lvl="5" algn="ctr">
              <a:spcBef>
                <a:spcPts val="398"/>
              </a:spcBef>
              <a:spcAft>
                <a:spcPts val="0"/>
              </a:spcAft>
              <a:buClr>
                <a:srgbClr val="888F9A"/>
              </a:buClr>
              <a:buSzPts val="2000"/>
              <a:buNone/>
              <a:defRPr>
                <a:solidFill>
                  <a:srgbClr val="888F9A"/>
                </a:solidFill>
              </a:defRPr>
            </a:lvl6pPr>
            <a:lvl7pPr lvl="6" algn="ctr">
              <a:spcBef>
                <a:spcPts val="398"/>
              </a:spcBef>
              <a:spcAft>
                <a:spcPts val="0"/>
              </a:spcAft>
              <a:buClr>
                <a:srgbClr val="888F9A"/>
              </a:buClr>
              <a:buSzPts val="2000"/>
              <a:buNone/>
              <a:defRPr>
                <a:solidFill>
                  <a:srgbClr val="888F9A"/>
                </a:solidFill>
              </a:defRPr>
            </a:lvl7pPr>
            <a:lvl8pPr lvl="7" algn="ctr">
              <a:spcBef>
                <a:spcPts val="398"/>
              </a:spcBef>
              <a:spcAft>
                <a:spcPts val="0"/>
              </a:spcAft>
              <a:buClr>
                <a:srgbClr val="888F9A"/>
              </a:buClr>
              <a:buSzPts val="2000"/>
              <a:buNone/>
              <a:defRPr>
                <a:solidFill>
                  <a:srgbClr val="888F9A"/>
                </a:solidFill>
              </a:defRPr>
            </a:lvl8pPr>
            <a:lvl9pPr lvl="8" algn="ctr">
              <a:spcBef>
                <a:spcPts val="398"/>
              </a:spcBef>
              <a:spcAft>
                <a:spcPts val="0"/>
              </a:spcAft>
              <a:buClr>
                <a:srgbClr val="888F9A"/>
              </a:buClr>
              <a:buSzPts val="2000"/>
              <a:buNone/>
              <a:defRPr>
                <a:solidFill>
                  <a:srgbClr val="888F9A"/>
                </a:solidFill>
              </a:defRPr>
            </a:lvl9pPr>
          </a:lstStyle>
          <a:p>
            <a:pPr>
              <a:defRPr/>
            </a:pPr>
            <a:endParaRPr/>
          </a:p>
        </p:txBody>
      </p:sp>
      <p:sp>
        <p:nvSpPr>
          <p:cNvPr id="243317490" name="Google Shape;36;p6"/>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1B69B2AC-A39F-A553-88A6-F2DE2748425E}" type="slidenum">
              <a:rPr lang="en"/>
              <a:t>&lt;#&gt;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3_Section Divider" preserve="0" showMasterPhAnim="0" showMasterSp="1" userDrawn="1">
  <p:cSld name="3_Section Divider">
    <p:spTree>
      <p:nvGrpSpPr>
        <p:cNvPr id="1" name=""/>
        <p:cNvGrpSpPr/>
        <p:nvPr/>
      </p:nvGrpSpPr>
      <p:grpSpPr bwMode="auto">
        <a:xfrm>
          <a:off x="0" y="0"/>
          <a:ext cx="0" cy="0"/>
          <a:chOff x="0" y="0"/>
          <a:chExt cx="0" cy="0"/>
        </a:xfrm>
      </p:grpSpPr>
      <p:sp>
        <p:nvSpPr>
          <p:cNvPr id="1152640810" name="Google Shape;54;p9"/>
          <p:cNvSpPr/>
          <p:nvPr/>
        </p:nvSpPr>
        <p:spPr bwMode="auto">
          <a:xfrm>
            <a:off x="0" y="0"/>
            <a:ext cx="12191999" cy="6881198"/>
          </a:xfrm>
          <a:prstGeom prst="rect">
            <a:avLst/>
          </a:prstGeom>
          <a:solidFill>
            <a:srgbClr val="99D6E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3" tIns="45699" rIns="91423" bIns="45699"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1978321147" name="Google Shape;55;p9" descr="holding device-02.png"/>
          <p:cNvPicPr/>
          <p:nvPr/>
        </p:nvPicPr>
        <p:blipFill rotWithShape="1">
          <a:blip r:embed="rId2">
            <a:alphaModFix/>
          </a:blip>
          <a:srcRect l="0" t="0" r="0" b="0"/>
          <a:stretch/>
        </p:blipFill>
        <p:spPr bwMode="auto">
          <a:xfrm>
            <a:off x="464627" y="-1"/>
            <a:ext cx="191549" cy="1625599"/>
          </a:xfrm>
          <a:prstGeom prst="rect">
            <a:avLst/>
          </a:prstGeom>
          <a:noFill/>
          <a:ln>
            <a:noFill/>
          </a:ln>
        </p:spPr>
      </p:pic>
      <p:sp>
        <p:nvSpPr>
          <p:cNvPr id="1308549865" name="Google Shape;56;p9"/>
          <p:cNvSpPr txBox="1"/>
          <p:nvPr>
            <p:ph type="ctrTitle"/>
          </p:nvPr>
        </p:nvSpPr>
        <p:spPr bwMode="auto">
          <a:xfrm>
            <a:off x="342900" y="1662309"/>
            <a:ext cx="10363199" cy="1413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003B5C"/>
              </a:buClr>
              <a:buSzPts val="4800"/>
              <a:buFont typeface="Montserrat Medium"/>
              <a:buNone/>
              <a:defRPr sz="4800">
                <a:solidFill>
                  <a:srgbClr val="003B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26448474" name="Google Shape;57;p9"/>
          <p:cNvSpPr txBox="1"/>
          <p:nvPr>
            <p:ph type="subTitle" idx="1"/>
          </p:nvPr>
        </p:nvSpPr>
        <p:spPr bwMode="auto">
          <a:xfrm>
            <a:off x="337503" y="3274931"/>
            <a:ext cx="8534399" cy="1752799"/>
          </a:xfrm>
          <a:prstGeom prst="rect">
            <a:avLst/>
          </a:prstGeom>
          <a:noFill/>
          <a:ln>
            <a:noFill/>
          </a:ln>
        </p:spPr>
        <p:txBody>
          <a:bodyPr spcFirstLastPara="1" wrap="square" lIns="91423" tIns="45699" rIns="91423" bIns="45699" anchor="t" anchorCtr="0">
            <a:normAutofit/>
          </a:bodyPr>
          <a:lstStyle>
            <a:lvl1pPr lvl="0" algn="l">
              <a:spcBef>
                <a:spcPts val="398"/>
              </a:spcBef>
              <a:spcAft>
                <a:spcPts val="0"/>
              </a:spcAft>
              <a:buClr>
                <a:srgbClr val="003B5C"/>
              </a:buClr>
              <a:buSzPts val="2000"/>
              <a:buNone/>
              <a:defRPr sz="2000">
                <a:solidFill>
                  <a:srgbClr val="003B5C"/>
                </a:solidFill>
              </a:defRPr>
            </a:lvl1pPr>
            <a:lvl2pPr lvl="1" algn="ctr">
              <a:spcBef>
                <a:spcPts val="259"/>
              </a:spcBef>
              <a:spcAft>
                <a:spcPts val="0"/>
              </a:spcAft>
              <a:buClr>
                <a:srgbClr val="888F9A"/>
              </a:buClr>
              <a:buSzPts val="1300"/>
              <a:buNone/>
              <a:defRPr>
                <a:solidFill>
                  <a:srgbClr val="888F9A"/>
                </a:solidFill>
              </a:defRPr>
            </a:lvl2pPr>
            <a:lvl3pPr lvl="2" algn="ctr">
              <a:spcBef>
                <a:spcPts val="239"/>
              </a:spcBef>
              <a:spcAft>
                <a:spcPts val="0"/>
              </a:spcAft>
              <a:buClr>
                <a:srgbClr val="888F9A"/>
              </a:buClr>
              <a:buSzPts val="1200"/>
              <a:buNone/>
              <a:defRPr>
                <a:solidFill>
                  <a:srgbClr val="888F9A"/>
                </a:solidFill>
              </a:defRPr>
            </a:lvl3pPr>
            <a:lvl4pPr lvl="3" algn="ctr">
              <a:spcBef>
                <a:spcPts val="199"/>
              </a:spcBef>
              <a:spcAft>
                <a:spcPts val="0"/>
              </a:spcAft>
              <a:buClr>
                <a:srgbClr val="888F9A"/>
              </a:buClr>
              <a:buSzPts val="1000"/>
              <a:buNone/>
              <a:defRPr>
                <a:solidFill>
                  <a:srgbClr val="888F9A"/>
                </a:solidFill>
              </a:defRPr>
            </a:lvl4pPr>
            <a:lvl5pPr lvl="4" algn="ctr">
              <a:spcBef>
                <a:spcPts val="159"/>
              </a:spcBef>
              <a:spcAft>
                <a:spcPts val="0"/>
              </a:spcAft>
              <a:buClr>
                <a:srgbClr val="888F9A"/>
              </a:buClr>
              <a:buSzPts val="800"/>
              <a:buNone/>
              <a:defRPr>
                <a:solidFill>
                  <a:srgbClr val="888F9A"/>
                </a:solidFill>
              </a:defRPr>
            </a:lvl5pPr>
            <a:lvl6pPr lvl="5" algn="ctr">
              <a:spcBef>
                <a:spcPts val="398"/>
              </a:spcBef>
              <a:spcAft>
                <a:spcPts val="0"/>
              </a:spcAft>
              <a:buClr>
                <a:srgbClr val="888F9A"/>
              </a:buClr>
              <a:buSzPts val="2000"/>
              <a:buNone/>
              <a:defRPr>
                <a:solidFill>
                  <a:srgbClr val="888F9A"/>
                </a:solidFill>
              </a:defRPr>
            </a:lvl6pPr>
            <a:lvl7pPr lvl="6" algn="ctr">
              <a:spcBef>
                <a:spcPts val="398"/>
              </a:spcBef>
              <a:spcAft>
                <a:spcPts val="0"/>
              </a:spcAft>
              <a:buClr>
                <a:srgbClr val="888F9A"/>
              </a:buClr>
              <a:buSzPts val="2000"/>
              <a:buNone/>
              <a:defRPr>
                <a:solidFill>
                  <a:srgbClr val="888F9A"/>
                </a:solidFill>
              </a:defRPr>
            </a:lvl7pPr>
            <a:lvl8pPr lvl="7" algn="ctr">
              <a:spcBef>
                <a:spcPts val="398"/>
              </a:spcBef>
              <a:spcAft>
                <a:spcPts val="0"/>
              </a:spcAft>
              <a:buClr>
                <a:srgbClr val="888F9A"/>
              </a:buClr>
              <a:buSzPts val="2000"/>
              <a:buNone/>
              <a:defRPr>
                <a:solidFill>
                  <a:srgbClr val="888F9A"/>
                </a:solidFill>
              </a:defRPr>
            </a:lvl8pPr>
            <a:lvl9pPr lvl="8" algn="ctr">
              <a:spcBef>
                <a:spcPts val="398"/>
              </a:spcBef>
              <a:spcAft>
                <a:spcPts val="0"/>
              </a:spcAft>
              <a:buClr>
                <a:srgbClr val="888F9A"/>
              </a:buClr>
              <a:buSzPts val="2000"/>
              <a:buNone/>
              <a:defRPr>
                <a:solidFill>
                  <a:srgbClr val="888F9A"/>
                </a:solidFill>
              </a:defRPr>
            </a:lvl9pPr>
          </a:lstStyle>
          <a:p>
            <a:pPr>
              <a:defRPr/>
            </a:pPr>
            <a:endParaRPr/>
          </a:p>
        </p:txBody>
      </p:sp>
      <p:pic>
        <p:nvPicPr>
          <p:cNvPr id="1024413174" name="Google Shape;58;p9" descr="01 Singapore University of Social Sciences_Horizontal Format_Version A_White Background_RGB.png"/>
          <p:cNvPicPr/>
          <p:nvPr/>
        </p:nvPicPr>
        <p:blipFill rotWithShape="1">
          <a:blip r:embed="rId3">
            <a:alphaModFix/>
          </a:blip>
          <a:srcRect l="0" t="0" r="0" b="0"/>
          <a:stretch/>
        </p:blipFill>
        <p:spPr bwMode="auto">
          <a:xfrm>
            <a:off x="465666" y="6083009"/>
            <a:ext cx="976494" cy="494767"/>
          </a:xfrm>
          <a:prstGeom prst="rect">
            <a:avLst/>
          </a:prstGeom>
          <a:noFill/>
          <a:ln>
            <a:noFill/>
          </a:ln>
        </p:spPr>
      </p:pic>
      <p:sp>
        <p:nvSpPr>
          <p:cNvPr id="1727833754" name="Google Shape;59;p9"/>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A27DC230-FDC4-3FD4-7C1F-77933C98A9F4}" type="slidenum">
              <a:rPr lang="en"/>
              <a:t>&lt;#&gt;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_Section Divider" preserve="0" showMasterPhAnim="0" showMasterSp="1" userDrawn="1">
  <p:cSld name="4_Section Divider">
    <p:spTree>
      <p:nvGrpSpPr>
        <p:cNvPr id="1" name=""/>
        <p:cNvGrpSpPr/>
        <p:nvPr/>
      </p:nvGrpSpPr>
      <p:grpSpPr bwMode="auto">
        <a:xfrm>
          <a:off x="0" y="0"/>
          <a:ext cx="0" cy="0"/>
          <a:chOff x="0" y="0"/>
          <a:chExt cx="0" cy="0"/>
        </a:xfrm>
      </p:grpSpPr>
      <p:sp>
        <p:nvSpPr>
          <p:cNvPr id="461242135" name="Google Shape;61;p10"/>
          <p:cNvSpPr/>
          <p:nvPr/>
        </p:nvSpPr>
        <p:spPr bwMode="auto">
          <a:xfrm>
            <a:off x="0" y="0"/>
            <a:ext cx="12191999" cy="6881198"/>
          </a:xfrm>
          <a:prstGeom prst="rect">
            <a:avLst/>
          </a:prstGeom>
          <a:solidFill>
            <a:srgbClr val="C8C9C7"/>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3" tIns="45699" rIns="91423" bIns="45699"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575068834" name="Google Shape;62;p10" descr="holding device-02.png"/>
          <p:cNvPicPr/>
          <p:nvPr/>
        </p:nvPicPr>
        <p:blipFill rotWithShape="1">
          <a:blip r:embed="rId2">
            <a:alphaModFix/>
          </a:blip>
          <a:srcRect l="0" t="0" r="0" b="0"/>
          <a:stretch/>
        </p:blipFill>
        <p:spPr bwMode="auto">
          <a:xfrm>
            <a:off x="464627" y="-1"/>
            <a:ext cx="191549" cy="1625599"/>
          </a:xfrm>
          <a:prstGeom prst="rect">
            <a:avLst/>
          </a:prstGeom>
          <a:noFill/>
          <a:ln>
            <a:noFill/>
          </a:ln>
        </p:spPr>
      </p:pic>
      <p:sp>
        <p:nvSpPr>
          <p:cNvPr id="619702342" name="Google Shape;63;p10"/>
          <p:cNvSpPr txBox="1"/>
          <p:nvPr>
            <p:ph type="ctrTitle"/>
          </p:nvPr>
        </p:nvSpPr>
        <p:spPr bwMode="auto">
          <a:xfrm>
            <a:off x="342900" y="1662309"/>
            <a:ext cx="10363199" cy="1413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003B5C"/>
              </a:buClr>
              <a:buSzPts val="4800"/>
              <a:buFont typeface="Montserrat Medium"/>
              <a:buNone/>
              <a:defRPr sz="4800">
                <a:solidFill>
                  <a:srgbClr val="003B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78988059" name="Google Shape;64;p10"/>
          <p:cNvSpPr txBox="1"/>
          <p:nvPr>
            <p:ph type="subTitle" idx="1"/>
          </p:nvPr>
        </p:nvSpPr>
        <p:spPr bwMode="auto">
          <a:xfrm>
            <a:off x="337503" y="3274931"/>
            <a:ext cx="8534399" cy="1752799"/>
          </a:xfrm>
          <a:prstGeom prst="rect">
            <a:avLst/>
          </a:prstGeom>
          <a:noFill/>
          <a:ln>
            <a:noFill/>
          </a:ln>
        </p:spPr>
        <p:txBody>
          <a:bodyPr spcFirstLastPara="1" wrap="square" lIns="91423" tIns="45699" rIns="91423" bIns="45699" anchor="t" anchorCtr="0">
            <a:normAutofit/>
          </a:bodyPr>
          <a:lstStyle>
            <a:lvl1pPr lvl="0" algn="l">
              <a:spcBef>
                <a:spcPts val="398"/>
              </a:spcBef>
              <a:spcAft>
                <a:spcPts val="0"/>
              </a:spcAft>
              <a:buClr>
                <a:srgbClr val="003B5C"/>
              </a:buClr>
              <a:buSzPts val="2000"/>
              <a:buNone/>
              <a:defRPr sz="2000">
                <a:solidFill>
                  <a:srgbClr val="003B5C"/>
                </a:solidFill>
              </a:defRPr>
            </a:lvl1pPr>
            <a:lvl2pPr lvl="1" algn="ctr">
              <a:spcBef>
                <a:spcPts val="259"/>
              </a:spcBef>
              <a:spcAft>
                <a:spcPts val="0"/>
              </a:spcAft>
              <a:buClr>
                <a:srgbClr val="888F9A"/>
              </a:buClr>
              <a:buSzPts val="1300"/>
              <a:buNone/>
              <a:defRPr>
                <a:solidFill>
                  <a:srgbClr val="888F9A"/>
                </a:solidFill>
              </a:defRPr>
            </a:lvl2pPr>
            <a:lvl3pPr lvl="2" algn="ctr">
              <a:spcBef>
                <a:spcPts val="239"/>
              </a:spcBef>
              <a:spcAft>
                <a:spcPts val="0"/>
              </a:spcAft>
              <a:buClr>
                <a:srgbClr val="888F9A"/>
              </a:buClr>
              <a:buSzPts val="1200"/>
              <a:buNone/>
              <a:defRPr>
                <a:solidFill>
                  <a:srgbClr val="888F9A"/>
                </a:solidFill>
              </a:defRPr>
            </a:lvl3pPr>
            <a:lvl4pPr lvl="3" algn="ctr">
              <a:spcBef>
                <a:spcPts val="199"/>
              </a:spcBef>
              <a:spcAft>
                <a:spcPts val="0"/>
              </a:spcAft>
              <a:buClr>
                <a:srgbClr val="888F9A"/>
              </a:buClr>
              <a:buSzPts val="1000"/>
              <a:buNone/>
              <a:defRPr>
                <a:solidFill>
                  <a:srgbClr val="888F9A"/>
                </a:solidFill>
              </a:defRPr>
            </a:lvl4pPr>
            <a:lvl5pPr lvl="4" algn="ctr">
              <a:spcBef>
                <a:spcPts val="159"/>
              </a:spcBef>
              <a:spcAft>
                <a:spcPts val="0"/>
              </a:spcAft>
              <a:buClr>
                <a:srgbClr val="888F9A"/>
              </a:buClr>
              <a:buSzPts val="800"/>
              <a:buNone/>
              <a:defRPr>
                <a:solidFill>
                  <a:srgbClr val="888F9A"/>
                </a:solidFill>
              </a:defRPr>
            </a:lvl5pPr>
            <a:lvl6pPr lvl="5" algn="ctr">
              <a:spcBef>
                <a:spcPts val="398"/>
              </a:spcBef>
              <a:spcAft>
                <a:spcPts val="0"/>
              </a:spcAft>
              <a:buClr>
                <a:srgbClr val="888F9A"/>
              </a:buClr>
              <a:buSzPts val="2000"/>
              <a:buNone/>
              <a:defRPr>
                <a:solidFill>
                  <a:srgbClr val="888F9A"/>
                </a:solidFill>
              </a:defRPr>
            </a:lvl6pPr>
            <a:lvl7pPr lvl="6" algn="ctr">
              <a:spcBef>
                <a:spcPts val="398"/>
              </a:spcBef>
              <a:spcAft>
                <a:spcPts val="0"/>
              </a:spcAft>
              <a:buClr>
                <a:srgbClr val="888F9A"/>
              </a:buClr>
              <a:buSzPts val="2000"/>
              <a:buNone/>
              <a:defRPr>
                <a:solidFill>
                  <a:srgbClr val="888F9A"/>
                </a:solidFill>
              </a:defRPr>
            </a:lvl7pPr>
            <a:lvl8pPr lvl="7" algn="ctr">
              <a:spcBef>
                <a:spcPts val="398"/>
              </a:spcBef>
              <a:spcAft>
                <a:spcPts val="0"/>
              </a:spcAft>
              <a:buClr>
                <a:srgbClr val="888F9A"/>
              </a:buClr>
              <a:buSzPts val="2000"/>
              <a:buNone/>
              <a:defRPr>
                <a:solidFill>
                  <a:srgbClr val="888F9A"/>
                </a:solidFill>
              </a:defRPr>
            </a:lvl8pPr>
            <a:lvl9pPr lvl="8" algn="ctr">
              <a:spcBef>
                <a:spcPts val="398"/>
              </a:spcBef>
              <a:spcAft>
                <a:spcPts val="0"/>
              </a:spcAft>
              <a:buClr>
                <a:srgbClr val="888F9A"/>
              </a:buClr>
              <a:buSzPts val="2000"/>
              <a:buNone/>
              <a:defRPr>
                <a:solidFill>
                  <a:srgbClr val="888F9A"/>
                </a:solidFill>
              </a:defRPr>
            </a:lvl9pPr>
          </a:lstStyle>
          <a:p>
            <a:pPr>
              <a:defRPr/>
            </a:pPr>
            <a:endParaRPr/>
          </a:p>
        </p:txBody>
      </p:sp>
      <p:pic>
        <p:nvPicPr>
          <p:cNvPr id="1527376729" name="Google Shape;65;p10" descr="01 Singapore University of Social Sciences_Horizontal Format_Version A_White Background_RGB.png"/>
          <p:cNvPicPr/>
          <p:nvPr/>
        </p:nvPicPr>
        <p:blipFill rotWithShape="1">
          <a:blip r:embed="rId3">
            <a:alphaModFix/>
          </a:blip>
          <a:srcRect l="0" t="0" r="0" b="0"/>
          <a:stretch/>
        </p:blipFill>
        <p:spPr bwMode="auto">
          <a:xfrm>
            <a:off x="465666" y="6083009"/>
            <a:ext cx="976494" cy="494767"/>
          </a:xfrm>
          <a:prstGeom prst="rect">
            <a:avLst/>
          </a:prstGeom>
          <a:noFill/>
          <a:ln>
            <a:noFill/>
          </a:ln>
        </p:spPr>
      </p:pic>
      <p:sp>
        <p:nvSpPr>
          <p:cNvPr id="2112081409" name="Google Shape;66;p10"/>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40CF89AD-6720-F7BE-0565-403BD6F9029D}" type="slidenum">
              <a:rPr lang="en"/>
              <a:t>&lt;#&gt;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6_Section Divider" preserve="0" showMasterPhAnim="0" showMasterSp="1" userDrawn="1">
  <p:cSld name="6_Section Divider">
    <p:spTree>
      <p:nvGrpSpPr>
        <p:cNvPr id="1" name=""/>
        <p:cNvGrpSpPr/>
        <p:nvPr/>
      </p:nvGrpSpPr>
      <p:grpSpPr bwMode="auto">
        <a:xfrm>
          <a:off x="0" y="0"/>
          <a:ext cx="0" cy="0"/>
          <a:chOff x="0" y="0"/>
          <a:chExt cx="0" cy="0"/>
        </a:xfrm>
      </p:grpSpPr>
      <p:sp>
        <p:nvSpPr>
          <p:cNvPr id="1393294520" name="Google Shape;68;p11"/>
          <p:cNvSpPr/>
          <p:nvPr>
            <p:ph type="pic" idx="2"/>
          </p:nvPr>
        </p:nvSpPr>
        <p:spPr bwMode="auto">
          <a:xfrm>
            <a:off x="0" y="-19461"/>
            <a:ext cx="12191999" cy="6877599"/>
          </a:xfrm>
          <a:prstGeom prst="rect">
            <a:avLst/>
          </a:prstGeom>
          <a:noFill/>
          <a:ln>
            <a:noFill/>
          </a:ln>
        </p:spPr>
      </p:sp>
      <p:sp>
        <p:nvSpPr>
          <p:cNvPr id="1072707960" name="Google Shape;69;p11"/>
          <p:cNvSpPr txBox="1"/>
          <p:nvPr>
            <p:ph type="ctrTitle"/>
          </p:nvPr>
        </p:nvSpPr>
        <p:spPr bwMode="auto">
          <a:xfrm>
            <a:off x="342900" y="1662309"/>
            <a:ext cx="10363199" cy="1413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44081662" name="Google Shape;70;p11"/>
          <p:cNvSpPr txBox="1"/>
          <p:nvPr>
            <p:ph type="subTitle" idx="1"/>
          </p:nvPr>
        </p:nvSpPr>
        <p:spPr bwMode="auto">
          <a:xfrm>
            <a:off x="337503" y="3274931"/>
            <a:ext cx="8534399" cy="1752799"/>
          </a:xfrm>
          <a:prstGeom prst="rect">
            <a:avLst/>
          </a:prstGeom>
          <a:noFill/>
          <a:ln>
            <a:noFill/>
          </a:ln>
        </p:spPr>
        <p:txBody>
          <a:bodyPr spcFirstLastPara="1" wrap="square" lIns="91423" tIns="45699" rIns="91423" bIns="45699" anchor="t" anchorCtr="0">
            <a:normAutofit/>
          </a:bodyPr>
          <a:lstStyle>
            <a:lvl1pPr lvl="0" algn="l">
              <a:spcBef>
                <a:spcPts val="398"/>
              </a:spcBef>
              <a:spcAft>
                <a:spcPts val="0"/>
              </a:spcAft>
              <a:buClr>
                <a:schemeClr val="lt1"/>
              </a:buClr>
              <a:buSzPts val="2000"/>
              <a:buNone/>
              <a:defRPr sz="2000">
                <a:solidFill>
                  <a:schemeClr val="lt1"/>
                </a:solidFill>
              </a:defRPr>
            </a:lvl1pPr>
            <a:lvl2pPr lvl="1" algn="ctr">
              <a:spcBef>
                <a:spcPts val="259"/>
              </a:spcBef>
              <a:spcAft>
                <a:spcPts val="0"/>
              </a:spcAft>
              <a:buClr>
                <a:srgbClr val="888F9A"/>
              </a:buClr>
              <a:buSzPts val="1300"/>
              <a:buNone/>
              <a:defRPr>
                <a:solidFill>
                  <a:srgbClr val="888F9A"/>
                </a:solidFill>
              </a:defRPr>
            </a:lvl2pPr>
            <a:lvl3pPr lvl="2" algn="ctr">
              <a:spcBef>
                <a:spcPts val="239"/>
              </a:spcBef>
              <a:spcAft>
                <a:spcPts val="0"/>
              </a:spcAft>
              <a:buClr>
                <a:srgbClr val="888F9A"/>
              </a:buClr>
              <a:buSzPts val="1200"/>
              <a:buNone/>
              <a:defRPr>
                <a:solidFill>
                  <a:srgbClr val="888F9A"/>
                </a:solidFill>
              </a:defRPr>
            </a:lvl3pPr>
            <a:lvl4pPr lvl="3" algn="ctr">
              <a:spcBef>
                <a:spcPts val="199"/>
              </a:spcBef>
              <a:spcAft>
                <a:spcPts val="0"/>
              </a:spcAft>
              <a:buClr>
                <a:srgbClr val="888F9A"/>
              </a:buClr>
              <a:buSzPts val="1000"/>
              <a:buNone/>
              <a:defRPr>
                <a:solidFill>
                  <a:srgbClr val="888F9A"/>
                </a:solidFill>
              </a:defRPr>
            </a:lvl4pPr>
            <a:lvl5pPr lvl="4" algn="ctr">
              <a:spcBef>
                <a:spcPts val="159"/>
              </a:spcBef>
              <a:spcAft>
                <a:spcPts val="0"/>
              </a:spcAft>
              <a:buClr>
                <a:srgbClr val="888F9A"/>
              </a:buClr>
              <a:buSzPts val="800"/>
              <a:buNone/>
              <a:defRPr>
                <a:solidFill>
                  <a:srgbClr val="888F9A"/>
                </a:solidFill>
              </a:defRPr>
            </a:lvl5pPr>
            <a:lvl6pPr lvl="5" algn="ctr">
              <a:spcBef>
                <a:spcPts val="398"/>
              </a:spcBef>
              <a:spcAft>
                <a:spcPts val="0"/>
              </a:spcAft>
              <a:buClr>
                <a:srgbClr val="888F9A"/>
              </a:buClr>
              <a:buSzPts val="2000"/>
              <a:buNone/>
              <a:defRPr>
                <a:solidFill>
                  <a:srgbClr val="888F9A"/>
                </a:solidFill>
              </a:defRPr>
            </a:lvl6pPr>
            <a:lvl7pPr lvl="6" algn="ctr">
              <a:spcBef>
                <a:spcPts val="398"/>
              </a:spcBef>
              <a:spcAft>
                <a:spcPts val="0"/>
              </a:spcAft>
              <a:buClr>
                <a:srgbClr val="888F9A"/>
              </a:buClr>
              <a:buSzPts val="2000"/>
              <a:buNone/>
              <a:defRPr>
                <a:solidFill>
                  <a:srgbClr val="888F9A"/>
                </a:solidFill>
              </a:defRPr>
            </a:lvl7pPr>
            <a:lvl8pPr lvl="7" algn="ctr">
              <a:spcBef>
                <a:spcPts val="398"/>
              </a:spcBef>
              <a:spcAft>
                <a:spcPts val="0"/>
              </a:spcAft>
              <a:buClr>
                <a:srgbClr val="888F9A"/>
              </a:buClr>
              <a:buSzPts val="2000"/>
              <a:buNone/>
              <a:defRPr>
                <a:solidFill>
                  <a:srgbClr val="888F9A"/>
                </a:solidFill>
              </a:defRPr>
            </a:lvl8pPr>
            <a:lvl9pPr lvl="8" algn="ctr">
              <a:spcBef>
                <a:spcPts val="398"/>
              </a:spcBef>
              <a:spcAft>
                <a:spcPts val="0"/>
              </a:spcAft>
              <a:buClr>
                <a:srgbClr val="888F9A"/>
              </a:buClr>
              <a:buSzPts val="2000"/>
              <a:buNone/>
              <a:defRPr>
                <a:solidFill>
                  <a:srgbClr val="888F9A"/>
                </a:solidFill>
              </a:defRPr>
            </a:lvl9pPr>
          </a:lstStyle>
          <a:p>
            <a:pPr>
              <a:defRPr/>
            </a:pPr>
            <a:endParaRPr/>
          </a:p>
        </p:txBody>
      </p:sp>
      <p:sp>
        <p:nvSpPr>
          <p:cNvPr id="1568636475" name="Google Shape;71;p11"/>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E2FB0FE-AD39-5E76-ED94-EBAA756558BC}" type="slidenum">
              <a:rPr lang="en"/>
              <a:t>&lt;#&gt;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_Title and Content" preserve="0" showMasterPhAnim="0" showMasterSp="1" userDrawn="1">
  <p:cSld name="2_Title and Content">
    <p:spTree>
      <p:nvGrpSpPr>
        <p:cNvPr id="1" name=""/>
        <p:cNvGrpSpPr/>
        <p:nvPr/>
      </p:nvGrpSpPr>
      <p:grpSpPr bwMode="auto">
        <a:xfrm>
          <a:off x="0" y="0"/>
          <a:ext cx="0" cy="0"/>
          <a:chOff x="0" y="0"/>
          <a:chExt cx="0" cy="0"/>
        </a:xfrm>
      </p:grpSpPr>
      <p:sp>
        <p:nvSpPr>
          <p:cNvPr id="1871060945" name="Google Shape;73;p12"/>
          <p:cNvSpPr/>
          <p:nvPr/>
        </p:nvSpPr>
        <p:spPr bwMode="auto">
          <a:xfrm>
            <a:off x="6616370" y="-2909739"/>
            <a:ext cx="6294065" cy="6142494"/>
          </a:xfrm>
          <a:custGeom>
            <a:avLst/>
            <a:gdLst/>
            <a:ahLst/>
            <a:cxnLst/>
            <a:rect l="l" t="t" r="r" b="b"/>
            <a:pathLst>
              <a:path w="4720549" h="4606871" fill="norm" stroke="1" extrusionOk="0">
                <a:moveTo>
                  <a:pt x="87482" y="0"/>
                </a:moveTo>
                <a:lnTo>
                  <a:pt x="4720549" y="0"/>
                </a:lnTo>
                <a:lnTo>
                  <a:pt x="4720549" y="4493153"/>
                </a:lnTo>
                <a:lnTo>
                  <a:pt x="4562058" y="4529732"/>
                </a:lnTo>
                <a:cubicBezTo>
                  <a:pt x="4314892" y="4580310"/>
                  <a:pt x="4058977" y="4606871"/>
                  <a:pt x="3796859" y="4606871"/>
                </a:cubicBezTo>
                <a:cubicBezTo>
                  <a:pt x="1699912" y="4606871"/>
                  <a:pt x="0" y="2906959"/>
                  <a:pt x="0" y="810012"/>
                </a:cubicBezTo>
                <a:cubicBezTo>
                  <a:pt x="0" y="547894"/>
                  <a:pt x="26561" y="291979"/>
                  <a:pt x="77139" y="44813"/>
                </a:cubicBezTo>
                <a:close/>
              </a:path>
            </a:pathLst>
          </a:custGeom>
          <a:noFill/>
          <a:ln>
            <a:noFill/>
          </a:ln>
        </p:spPr>
        <p:txBody>
          <a:bodyPr spcFirstLastPara="1" wrap="square" lIns="91423" tIns="45699" rIns="91423" bIns="45699" anchor="ctr" anchorCtr="0">
            <a:noAutofit/>
          </a:bodyPr>
          <a:lstStyle/>
          <a:p>
            <a:pPr marL="0" marR="0" lvl="0" indent="0" algn="ctr" rtl="0">
              <a:spcBef>
                <a:spcPts val="0"/>
              </a:spcBef>
              <a:spcAft>
                <a:spcPts val="0"/>
              </a:spcAft>
              <a:buNone/>
              <a:defRPr/>
            </a:pPr>
            <a:endParaRPr sz="1800">
              <a:solidFill>
                <a:schemeClr val="lt1"/>
              </a:solidFill>
              <a:latin typeface="Arial"/>
              <a:ea typeface="Arial"/>
              <a:cs typeface="Arial"/>
            </a:endParaRPr>
          </a:p>
        </p:txBody>
      </p:sp>
      <p:pic>
        <p:nvPicPr>
          <p:cNvPr id="1104774744" name="Google Shape;74;p12" descr="Template01-08.png"/>
          <p:cNvPicPr/>
          <p:nvPr/>
        </p:nvPicPr>
        <p:blipFill rotWithShape="1">
          <a:blip r:embed="rId2">
            <a:alphaModFix/>
          </a:blip>
          <a:srcRect l="0" t="0" r="0" b="0"/>
          <a:stretch/>
        </p:blipFill>
        <p:spPr bwMode="auto">
          <a:xfrm>
            <a:off x="457201" y="-19461"/>
            <a:ext cx="107266" cy="861061"/>
          </a:xfrm>
          <a:prstGeom prst="rect">
            <a:avLst/>
          </a:prstGeom>
          <a:noFill/>
          <a:ln>
            <a:noFill/>
          </a:ln>
        </p:spPr>
      </p:pic>
      <p:sp>
        <p:nvSpPr>
          <p:cNvPr id="1588825160" name="Google Shape;75;p12"/>
          <p:cNvSpPr txBox="1"/>
          <p:nvPr>
            <p:ph type="title"/>
          </p:nvPr>
        </p:nvSpPr>
        <p:spPr bwMode="auto">
          <a:xfrm>
            <a:off x="346968" y="459466"/>
            <a:ext cx="11375199" cy="1098000"/>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57077926" name="Google Shape;76;p12"/>
          <p:cNvSpPr txBox="1"/>
          <p:nvPr>
            <p:ph type="body" idx="1"/>
          </p:nvPr>
        </p:nvSpPr>
        <p:spPr bwMode="auto">
          <a:xfrm>
            <a:off x="346950" y="2540133"/>
            <a:ext cx="4995999" cy="3300799"/>
          </a:xfrm>
          <a:prstGeom prst="rect">
            <a:avLst/>
          </a:prstGeom>
          <a:noFill/>
          <a:ln>
            <a:noFill/>
          </a:ln>
        </p:spPr>
        <p:txBody>
          <a:bodyPr spcFirstLastPara="1" wrap="square" lIns="91423" tIns="45699" rIns="91423" bIns="45699" anchor="t" anchorCtr="0">
            <a:normAutofit/>
          </a:bodyPr>
          <a:lstStyle>
            <a:lvl1pPr marL="457200" lvl="0" indent="-317499" algn="l">
              <a:spcBef>
                <a:spcPts val="279"/>
              </a:spcBef>
              <a:spcAft>
                <a:spcPts val="0"/>
              </a:spcAft>
              <a:buClr>
                <a:schemeClr val="dk1"/>
              </a:buClr>
              <a:buSzPts val="1400"/>
              <a:buChar char="•"/>
              <a:defRPr sz="1400"/>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602684350" name="Google Shape;77;p12"/>
          <p:cNvSpPr txBox="1"/>
          <p:nvPr/>
        </p:nvSpPr>
        <p:spPr bwMode="auto">
          <a:xfrm>
            <a:off x="9509976" y="6417091"/>
            <a:ext cx="2624400" cy="365199"/>
          </a:xfrm>
          <a:prstGeom prst="rect">
            <a:avLst/>
          </a:prstGeom>
          <a:noFill/>
          <a:ln>
            <a:noFill/>
          </a:ln>
        </p:spPr>
        <p:txBody>
          <a:bodyPr spcFirstLastPara="1" wrap="square" lIns="91423" tIns="45699" rIns="91423" bIns="45699" anchor="ctr" anchorCtr="0">
            <a:noAutofit/>
          </a:bodyPr>
          <a:lstStyle/>
          <a:p>
            <a:pPr marL="0" marR="0" lvl="0" indent="0" algn="r" rtl="0">
              <a:spcBef>
                <a:spcPts val="0"/>
              </a:spcBef>
              <a:spcAft>
                <a:spcPts val="0"/>
              </a:spcAft>
              <a:buNone/>
              <a:defRPr/>
            </a:pPr>
            <a:fld id="{2379F672-2AD9-69D9-CA15-20708F6CAE04}" type="slidenum">
              <a:rPr lang="en" sz="800" b="1">
                <a:solidFill>
                  <a:srgbClr val="003B5C"/>
                </a:solidFill>
                <a:latin typeface="Arial"/>
                <a:ea typeface="Arial"/>
                <a:cs typeface="Arial"/>
              </a:rPr>
              <a:t>&lt;#&gt;</a:t>
            </a:fld>
            <a:endParaRPr sz="800" b="1">
              <a:solidFill>
                <a:srgbClr val="003B5C"/>
              </a:solidFill>
              <a:latin typeface="Arial"/>
              <a:ea typeface="Arial"/>
              <a:cs typeface="Arial"/>
            </a:endParaRPr>
          </a:p>
        </p:txBody>
      </p:sp>
      <p:sp>
        <p:nvSpPr>
          <p:cNvPr id="1503555452" name="Google Shape;78;p12"/>
          <p:cNvSpPr txBox="1"/>
          <p:nvPr>
            <p:ph type="body" idx="2"/>
          </p:nvPr>
        </p:nvSpPr>
        <p:spPr bwMode="auto">
          <a:xfrm>
            <a:off x="346950" y="2023495"/>
            <a:ext cx="4995999" cy="394799"/>
          </a:xfrm>
          <a:prstGeom prst="rect">
            <a:avLst/>
          </a:prstGeom>
          <a:noFill/>
          <a:ln>
            <a:noFill/>
          </a:ln>
        </p:spPr>
        <p:txBody>
          <a:bodyPr spcFirstLastPara="1" wrap="square" lIns="91423" tIns="45699" rIns="91423" bIns="45699" anchor="t" anchorCtr="0">
            <a:noAutofit/>
          </a:bodyPr>
          <a:lstStyle>
            <a:lvl1pPr marL="457200" lvl="0" indent="-228600" algn="l">
              <a:spcBef>
                <a:spcPts val="319"/>
              </a:spcBef>
              <a:spcAft>
                <a:spcPts val="0"/>
              </a:spcAft>
              <a:buClr>
                <a:schemeClr val="dk1"/>
              </a:buClr>
              <a:buSzPts val="1600"/>
              <a:buNone/>
              <a:defRPr sz="1600"/>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390248067" name="Google Shape;79;p12"/>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B3484231-8292-9822-BCCC-61CD3277F383}" type="slidenum">
              <a:rPr lang="en"/>
              <a:t>&lt;#&gt;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Content" preserve="0" showMasterPhAnim="0" showMasterSp="1" userDrawn="1">
  <p:cSld name="Title and Content">
    <p:spTree>
      <p:nvGrpSpPr>
        <p:cNvPr id="1" name=""/>
        <p:cNvGrpSpPr/>
        <p:nvPr/>
      </p:nvGrpSpPr>
      <p:grpSpPr bwMode="auto">
        <a:xfrm>
          <a:off x="0" y="0"/>
          <a:ext cx="0" cy="0"/>
          <a:chOff x="0" y="0"/>
          <a:chExt cx="0" cy="0"/>
        </a:xfrm>
      </p:grpSpPr>
      <p:pic>
        <p:nvPicPr>
          <p:cNvPr id="902747041" name="Google Shape;81;p13" descr="Template01-08.png"/>
          <p:cNvPicPr/>
          <p:nvPr/>
        </p:nvPicPr>
        <p:blipFill rotWithShape="1">
          <a:blip r:embed="rId2">
            <a:alphaModFix/>
          </a:blip>
          <a:srcRect l="0" t="0" r="0" b="0"/>
          <a:stretch/>
        </p:blipFill>
        <p:spPr bwMode="auto">
          <a:xfrm>
            <a:off x="457201" y="-19461"/>
            <a:ext cx="107266" cy="861061"/>
          </a:xfrm>
          <a:prstGeom prst="rect">
            <a:avLst/>
          </a:prstGeom>
          <a:noFill/>
          <a:ln>
            <a:noFill/>
          </a:ln>
        </p:spPr>
      </p:pic>
      <p:sp>
        <p:nvSpPr>
          <p:cNvPr id="1770335139" name="Google Shape;82;p13"/>
          <p:cNvSpPr txBox="1"/>
          <p:nvPr>
            <p:ph type="title"/>
          </p:nvPr>
        </p:nvSpPr>
        <p:spPr bwMode="auto">
          <a:xfrm>
            <a:off x="346950" y="861061"/>
            <a:ext cx="5220000" cy="1098000"/>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61887024" name="Google Shape;83;p13"/>
          <p:cNvSpPr txBox="1"/>
          <p:nvPr>
            <p:ph type="body" idx="1"/>
          </p:nvPr>
        </p:nvSpPr>
        <p:spPr bwMode="auto">
          <a:xfrm>
            <a:off x="346950" y="2540133"/>
            <a:ext cx="4995999" cy="3300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809312378" name="Google Shape;84;p13"/>
          <p:cNvSpPr txBox="1"/>
          <p:nvPr/>
        </p:nvSpPr>
        <p:spPr bwMode="auto">
          <a:xfrm>
            <a:off x="9140859" y="6294053"/>
            <a:ext cx="2624400" cy="365199"/>
          </a:xfrm>
          <a:prstGeom prst="rect">
            <a:avLst/>
          </a:prstGeom>
          <a:noFill/>
          <a:ln>
            <a:noFill/>
          </a:ln>
        </p:spPr>
        <p:txBody>
          <a:bodyPr spcFirstLastPara="1" wrap="square" lIns="91423" tIns="45699" rIns="91423" bIns="45699"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D9C1131D-4F24-6282-DC06-D665F3F25DA7}" type="slidenum">
              <a:rPr lang="en" sz="800" b="1">
                <a:solidFill>
                  <a:srgbClr val="003B5C"/>
                </a:solidFill>
                <a:latin typeface="Arial"/>
                <a:ea typeface="Arial"/>
                <a:cs typeface="Arial"/>
              </a:rPr>
              <a:t>&lt;#&gt;</a:t>
            </a:fld>
            <a:endParaRPr sz="800" b="1">
              <a:solidFill>
                <a:srgbClr val="003B5C"/>
              </a:solidFill>
              <a:latin typeface="Arial"/>
              <a:ea typeface="Arial"/>
              <a:cs typeface="Arial"/>
            </a:endParaRPr>
          </a:p>
        </p:txBody>
      </p:sp>
      <p:sp>
        <p:nvSpPr>
          <p:cNvPr id="425509478" name="Google Shape;85;p13"/>
          <p:cNvSpPr/>
          <p:nvPr>
            <p:ph type="pic" idx="2"/>
          </p:nvPr>
        </p:nvSpPr>
        <p:spPr bwMode="auto">
          <a:xfrm>
            <a:off x="5935634" y="0"/>
            <a:ext cx="6256399" cy="6858000"/>
          </a:xfrm>
          <a:prstGeom prst="rect">
            <a:avLst/>
          </a:prstGeom>
          <a:noFill/>
          <a:ln>
            <a:noFill/>
          </a:ln>
        </p:spPr>
      </p:sp>
      <p:sp>
        <p:nvSpPr>
          <p:cNvPr id="447735378" name="Google Shape;86;p13"/>
          <p:cNvSpPr txBox="1"/>
          <p:nvPr>
            <p:ph type="body" idx="3"/>
          </p:nvPr>
        </p:nvSpPr>
        <p:spPr bwMode="auto">
          <a:xfrm>
            <a:off x="346950" y="2023495"/>
            <a:ext cx="4995999" cy="394799"/>
          </a:xfrm>
          <a:prstGeom prst="rect">
            <a:avLst/>
          </a:prstGeom>
          <a:noFill/>
          <a:ln>
            <a:noFill/>
          </a:ln>
        </p:spPr>
        <p:txBody>
          <a:bodyPr spcFirstLastPara="1" wrap="square" lIns="91423" tIns="45699" rIns="91423" bIns="45699" anchor="t" anchorCtr="0">
            <a:noAutofit/>
          </a:bodyPr>
          <a:lstStyle>
            <a:lvl1pPr marL="457200" lvl="0" indent="-228600" algn="l">
              <a:spcBef>
                <a:spcPts val="319"/>
              </a:spcBef>
              <a:spcAft>
                <a:spcPts val="0"/>
              </a:spcAft>
              <a:buClr>
                <a:schemeClr val="dk1"/>
              </a:buClr>
              <a:buSzPts val="1600"/>
              <a:buNone/>
              <a:defRPr sz="1600"/>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901456991" name="Google Shape;87;p13"/>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73DDD191-6D1E-90CF-2C1A-457C9DEB36DC}" type="slidenum">
              <a:rPr lang="en"/>
              <a:t>&lt;#&gt;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_Title and Content" preserve="0" showMasterPhAnim="0" showMasterSp="1" userDrawn="1">
  <p:cSld name="4_Title and Content">
    <p:spTree>
      <p:nvGrpSpPr>
        <p:cNvPr id="1" name=""/>
        <p:cNvGrpSpPr/>
        <p:nvPr/>
      </p:nvGrpSpPr>
      <p:grpSpPr bwMode="auto">
        <a:xfrm>
          <a:off x="0" y="0"/>
          <a:ext cx="0" cy="0"/>
          <a:chOff x="0" y="0"/>
          <a:chExt cx="0" cy="0"/>
        </a:xfrm>
      </p:grpSpPr>
      <p:pic>
        <p:nvPicPr>
          <p:cNvPr id="1034824822" name="Google Shape;89;p14" descr="Template01-08.png"/>
          <p:cNvPicPr/>
          <p:nvPr/>
        </p:nvPicPr>
        <p:blipFill rotWithShape="1">
          <a:blip r:embed="rId2">
            <a:alphaModFix/>
          </a:blip>
          <a:srcRect l="0" t="0" r="0" b="0"/>
          <a:stretch/>
        </p:blipFill>
        <p:spPr bwMode="auto">
          <a:xfrm>
            <a:off x="457201" y="-19461"/>
            <a:ext cx="107266" cy="861061"/>
          </a:xfrm>
          <a:prstGeom prst="rect">
            <a:avLst/>
          </a:prstGeom>
          <a:noFill/>
          <a:ln>
            <a:noFill/>
          </a:ln>
        </p:spPr>
      </p:pic>
      <p:sp>
        <p:nvSpPr>
          <p:cNvPr id="411442716" name="Google Shape;90;p14"/>
          <p:cNvSpPr txBox="1"/>
          <p:nvPr>
            <p:ph type="title"/>
          </p:nvPr>
        </p:nvSpPr>
        <p:spPr bwMode="auto">
          <a:xfrm>
            <a:off x="346968" y="459466"/>
            <a:ext cx="11375199" cy="1098000"/>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49251569" name="Google Shape;91;p14"/>
          <p:cNvSpPr txBox="1"/>
          <p:nvPr>
            <p:ph type="body" idx="1"/>
          </p:nvPr>
        </p:nvSpPr>
        <p:spPr bwMode="auto">
          <a:xfrm>
            <a:off x="346950" y="2540133"/>
            <a:ext cx="4995999" cy="3300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189779729" name="Google Shape;92;p14"/>
          <p:cNvSpPr txBox="1"/>
          <p:nvPr/>
        </p:nvSpPr>
        <p:spPr bwMode="auto">
          <a:xfrm>
            <a:off x="9140859" y="6294053"/>
            <a:ext cx="2624400" cy="365199"/>
          </a:xfrm>
          <a:prstGeom prst="rect">
            <a:avLst/>
          </a:prstGeom>
          <a:noFill/>
          <a:ln>
            <a:noFill/>
          </a:ln>
        </p:spPr>
        <p:txBody>
          <a:bodyPr spcFirstLastPara="1" wrap="square" lIns="91423" tIns="45699" rIns="91423" bIns="45699"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9CB3F3A0-BA11-05E2-C424-CC70E46E8891}" type="slidenum">
              <a:rPr lang="en" sz="800" b="1">
                <a:solidFill>
                  <a:srgbClr val="003B5C"/>
                </a:solidFill>
                <a:latin typeface="Arial"/>
                <a:ea typeface="Arial"/>
                <a:cs typeface="Arial"/>
              </a:rPr>
              <a:t>&lt;#&gt;</a:t>
            </a:fld>
            <a:endParaRPr sz="800" b="1">
              <a:solidFill>
                <a:srgbClr val="003B5C"/>
              </a:solidFill>
              <a:latin typeface="Arial"/>
              <a:ea typeface="Arial"/>
              <a:cs typeface="Arial"/>
            </a:endParaRPr>
          </a:p>
        </p:txBody>
      </p:sp>
      <p:sp>
        <p:nvSpPr>
          <p:cNvPr id="1772700952" name="Google Shape;93;p14"/>
          <p:cNvSpPr/>
          <p:nvPr>
            <p:ph type="pic" idx="2"/>
          </p:nvPr>
        </p:nvSpPr>
        <p:spPr bwMode="auto">
          <a:xfrm>
            <a:off x="5995026" y="861059"/>
            <a:ext cx="5727199" cy="2321199"/>
          </a:xfrm>
          <a:prstGeom prst="rect">
            <a:avLst/>
          </a:prstGeom>
          <a:noFill/>
          <a:ln>
            <a:noFill/>
          </a:ln>
        </p:spPr>
      </p:sp>
      <p:sp>
        <p:nvSpPr>
          <p:cNvPr id="1794934515" name="Google Shape;94;p14"/>
          <p:cNvSpPr/>
          <p:nvPr>
            <p:ph type="pic" idx="3"/>
          </p:nvPr>
        </p:nvSpPr>
        <p:spPr bwMode="auto">
          <a:xfrm>
            <a:off x="5995026" y="3514850"/>
            <a:ext cx="5727199" cy="2321199"/>
          </a:xfrm>
          <a:prstGeom prst="rect">
            <a:avLst/>
          </a:prstGeom>
          <a:noFill/>
          <a:ln>
            <a:noFill/>
          </a:ln>
        </p:spPr>
      </p:sp>
      <p:sp>
        <p:nvSpPr>
          <p:cNvPr id="860358287" name="Google Shape;95;p14"/>
          <p:cNvSpPr txBox="1"/>
          <p:nvPr>
            <p:ph type="body" idx="4"/>
          </p:nvPr>
        </p:nvSpPr>
        <p:spPr bwMode="auto">
          <a:xfrm>
            <a:off x="346950" y="2023495"/>
            <a:ext cx="4995999" cy="394799"/>
          </a:xfrm>
          <a:prstGeom prst="rect">
            <a:avLst/>
          </a:prstGeom>
          <a:noFill/>
          <a:ln>
            <a:noFill/>
          </a:ln>
        </p:spPr>
        <p:txBody>
          <a:bodyPr spcFirstLastPara="1" wrap="square" lIns="91423" tIns="45699" rIns="91423" bIns="45699" anchor="t" anchorCtr="0">
            <a:noAutofit/>
          </a:bodyPr>
          <a:lstStyle>
            <a:lvl1pPr marL="457200" lvl="0" indent="-228600" algn="l">
              <a:spcBef>
                <a:spcPts val="319"/>
              </a:spcBef>
              <a:spcAft>
                <a:spcPts val="0"/>
              </a:spcAft>
              <a:buClr>
                <a:schemeClr val="dk1"/>
              </a:buClr>
              <a:buSzPts val="1600"/>
              <a:buNone/>
              <a:defRPr sz="1600"/>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442166542" name="Google Shape;96;p14"/>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EAD8C069-CA1D-D673-0046-023C09F22AD1}" type="slidenum">
              <a:rPr lang="en"/>
              <a:t>&lt;#&gt;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_Title and Content" preserve="0" showMasterPhAnim="0" showMasterSp="1" userDrawn="1">
  <p:cSld name="1_Title and Content">
    <p:spTree>
      <p:nvGrpSpPr>
        <p:cNvPr id="1" name=""/>
        <p:cNvGrpSpPr/>
        <p:nvPr/>
      </p:nvGrpSpPr>
      <p:grpSpPr bwMode="auto">
        <a:xfrm>
          <a:off x="0" y="0"/>
          <a:ext cx="0" cy="0"/>
          <a:chOff x="0" y="0"/>
          <a:chExt cx="0" cy="0"/>
        </a:xfrm>
      </p:grpSpPr>
      <p:sp>
        <p:nvSpPr>
          <p:cNvPr id="875361781" name="Google Shape;98;p15"/>
          <p:cNvSpPr txBox="1"/>
          <p:nvPr>
            <p:ph type="title"/>
          </p:nvPr>
        </p:nvSpPr>
        <p:spPr bwMode="auto">
          <a:xfrm>
            <a:off x="346968" y="459466"/>
            <a:ext cx="11375199" cy="1098000"/>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70028222" name="Google Shape;99;p15"/>
          <p:cNvSpPr txBox="1"/>
          <p:nvPr/>
        </p:nvSpPr>
        <p:spPr bwMode="auto">
          <a:xfrm>
            <a:off x="9140859" y="6294053"/>
            <a:ext cx="2624400" cy="365199"/>
          </a:xfrm>
          <a:prstGeom prst="rect">
            <a:avLst/>
          </a:prstGeom>
          <a:noFill/>
          <a:ln>
            <a:noFill/>
          </a:ln>
        </p:spPr>
        <p:txBody>
          <a:bodyPr spcFirstLastPara="1" wrap="square" lIns="91423" tIns="45699" rIns="91423" bIns="45699"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BDB3F56-33FE-7B61-8CAB-FCFAAB7192A3}" type="slidenum">
              <a:rPr lang="en" sz="800" b="1">
                <a:solidFill>
                  <a:srgbClr val="003B5C"/>
                </a:solidFill>
                <a:latin typeface="Arial"/>
                <a:ea typeface="Arial"/>
                <a:cs typeface="Arial"/>
              </a:rPr>
              <a:t>&lt;#&gt;</a:t>
            </a:fld>
            <a:endParaRPr sz="800" b="1">
              <a:solidFill>
                <a:srgbClr val="003B5C"/>
              </a:solidFill>
              <a:latin typeface="Arial"/>
              <a:ea typeface="Arial"/>
              <a:cs typeface="Arial"/>
            </a:endParaRPr>
          </a:p>
        </p:txBody>
      </p:sp>
      <p:pic>
        <p:nvPicPr>
          <p:cNvPr id="646647943" name="Google Shape;100;p15" descr="Template01-08.png"/>
          <p:cNvPicPr/>
          <p:nvPr/>
        </p:nvPicPr>
        <p:blipFill rotWithShape="1">
          <a:blip r:embed="rId2">
            <a:alphaModFix/>
          </a:blip>
          <a:srcRect l="0" t="0" r="0" b="0"/>
          <a:stretch/>
        </p:blipFill>
        <p:spPr bwMode="auto">
          <a:xfrm>
            <a:off x="457201" y="0"/>
            <a:ext cx="107266" cy="861061"/>
          </a:xfrm>
          <a:prstGeom prst="rect">
            <a:avLst/>
          </a:prstGeom>
          <a:noFill/>
          <a:ln>
            <a:noFill/>
          </a:ln>
        </p:spPr>
      </p:pic>
      <p:sp>
        <p:nvSpPr>
          <p:cNvPr id="1300086565" name="Google Shape;101;p15"/>
          <p:cNvSpPr txBox="1"/>
          <p:nvPr>
            <p:ph type="body" idx="1"/>
          </p:nvPr>
        </p:nvSpPr>
        <p:spPr bwMode="auto">
          <a:xfrm>
            <a:off x="346950" y="2023495"/>
            <a:ext cx="4995999" cy="394799"/>
          </a:xfrm>
          <a:prstGeom prst="rect">
            <a:avLst/>
          </a:prstGeom>
          <a:noFill/>
          <a:ln>
            <a:noFill/>
          </a:ln>
        </p:spPr>
        <p:txBody>
          <a:bodyPr spcFirstLastPara="1" wrap="square" lIns="91423" tIns="45699" rIns="91423" bIns="45699" anchor="t" anchorCtr="0">
            <a:noAutofit/>
          </a:bodyPr>
          <a:lstStyle>
            <a:lvl1pPr marL="457200" lvl="0" indent="-228600" algn="l">
              <a:spcBef>
                <a:spcPts val="319"/>
              </a:spcBef>
              <a:spcAft>
                <a:spcPts val="0"/>
              </a:spcAft>
              <a:buClr>
                <a:schemeClr val="dk1"/>
              </a:buClr>
              <a:buSzPts val="1600"/>
              <a:buNone/>
              <a:defRPr sz="1600"/>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2097266408" name="Google Shape;102;p15"/>
          <p:cNvSpPr txBox="1"/>
          <p:nvPr>
            <p:ph type="body" idx="2"/>
          </p:nvPr>
        </p:nvSpPr>
        <p:spPr bwMode="auto">
          <a:xfrm>
            <a:off x="346950" y="2540133"/>
            <a:ext cx="3398799" cy="3300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40771393" name="Google Shape;103;p15"/>
          <p:cNvSpPr txBox="1"/>
          <p:nvPr>
            <p:ph type="body" idx="3"/>
          </p:nvPr>
        </p:nvSpPr>
        <p:spPr bwMode="auto">
          <a:xfrm>
            <a:off x="3938869" y="2540133"/>
            <a:ext cx="3398799" cy="3300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605642869" name="Google Shape;104;p15"/>
          <p:cNvSpPr/>
          <p:nvPr>
            <p:ph type="pic" idx="4"/>
          </p:nvPr>
        </p:nvSpPr>
        <p:spPr bwMode="auto">
          <a:xfrm>
            <a:off x="5935634" y="0"/>
            <a:ext cx="6256399" cy="6858000"/>
          </a:xfrm>
          <a:prstGeom prst="rect">
            <a:avLst/>
          </a:prstGeom>
          <a:noFill/>
          <a:ln>
            <a:noFill/>
          </a:ln>
        </p:spPr>
      </p:sp>
      <p:sp>
        <p:nvSpPr>
          <p:cNvPr id="1564859765" name="Google Shape;105;p15"/>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8C6D168F-0440-B74F-B92F-C3D4E19B14BC}" type="slidenum">
              <a:rPr lang="en"/>
              <a:t>&lt;#&gt;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5_Title and Content" preserve="0" showMasterPhAnim="0" showMasterSp="1" userDrawn="1">
  <p:cSld name="5_Title and Content">
    <p:spTree>
      <p:nvGrpSpPr>
        <p:cNvPr id="1" name=""/>
        <p:cNvGrpSpPr/>
        <p:nvPr/>
      </p:nvGrpSpPr>
      <p:grpSpPr bwMode="auto">
        <a:xfrm>
          <a:off x="0" y="0"/>
          <a:ext cx="0" cy="0"/>
          <a:chOff x="0" y="0"/>
          <a:chExt cx="0" cy="0"/>
        </a:xfrm>
      </p:grpSpPr>
      <p:sp>
        <p:nvSpPr>
          <p:cNvPr id="963988793" name="Google Shape;107;p16"/>
          <p:cNvSpPr txBox="1"/>
          <p:nvPr>
            <p:ph type="title"/>
          </p:nvPr>
        </p:nvSpPr>
        <p:spPr bwMode="auto">
          <a:xfrm>
            <a:off x="718181" y="13278"/>
            <a:ext cx="10534799" cy="1098000"/>
          </a:xfrm>
          <a:prstGeom prst="rect">
            <a:avLst/>
          </a:prstGeom>
          <a:noFill/>
          <a:ln>
            <a:noFill/>
          </a:ln>
        </p:spPr>
        <p:txBody>
          <a:bodyPr spcFirstLastPara="1" wrap="square" lIns="91423" tIns="45699" rIns="91423" bIns="45699" anchor="ctr" anchorCtr="0">
            <a:noAutofit/>
          </a:bodyPr>
          <a:lstStyle>
            <a:lvl1pPr lvl="0" algn="ctr">
              <a:spcBef>
                <a:spcPts val="0"/>
              </a:spcBef>
              <a:spcAft>
                <a:spcPts val="0"/>
              </a:spcAft>
              <a:buClr>
                <a:srgbClr val="003B5C"/>
              </a:buClr>
              <a:buSzPts val="2500"/>
              <a:buFont typeface="Montserrat Medium"/>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63168354" name="Google Shape;108;p16"/>
          <p:cNvSpPr txBox="1"/>
          <p:nvPr/>
        </p:nvSpPr>
        <p:spPr bwMode="auto">
          <a:xfrm>
            <a:off x="9538150" y="6422685"/>
            <a:ext cx="2624400" cy="365199"/>
          </a:xfrm>
          <a:prstGeom prst="rect">
            <a:avLst/>
          </a:prstGeom>
          <a:noFill/>
          <a:ln>
            <a:noFill/>
          </a:ln>
        </p:spPr>
        <p:txBody>
          <a:bodyPr spcFirstLastPara="1" wrap="square" lIns="91423" tIns="45699" rIns="91423" bIns="45699" anchor="ctr" anchorCtr="0">
            <a:noAutofit/>
          </a:bodyPr>
          <a:lstStyle/>
          <a:p>
            <a:pPr marL="0" marR="0" lvl="0" indent="0" algn="r" rtl="0">
              <a:spcBef>
                <a:spcPts val="0"/>
              </a:spcBef>
              <a:spcAft>
                <a:spcPts val="0"/>
              </a:spcAft>
              <a:buNone/>
              <a:defRPr/>
            </a:pPr>
            <a:fld id="{D5E5CDC6-8999-C1B1-68EE-627887E03C0F}" type="slidenum">
              <a:rPr lang="en" sz="800" b="1">
                <a:solidFill>
                  <a:srgbClr val="003B5C"/>
                </a:solidFill>
                <a:latin typeface="Arial"/>
                <a:ea typeface="Arial"/>
                <a:cs typeface="Arial"/>
              </a:rPr>
              <a:t>&lt;#&gt;</a:t>
            </a:fld>
            <a:endParaRPr sz="800" b="1">
              <a:solidFill>
                <a:srgbClr val="003B5C"/>
              </a:solidFill>
              <a:latin typeface="Arial"/>
              <a:ea typeface="Arial"/>
              <a:cs typeface="Arial"/>
            </a:endParaRPr>
          </a:p>
        </p:txBody>
      </p:sp>
      <p:pic>
        <p:nvPicPr>
          <p:cNvPr id="1541859769" name="Google Shape;109;p16" descr="Template01-08.png"/>
          <p:cNvPicPr/>
          <p:nvPr/>
        </p:nvPicPr>
        <p:blipFill rotWithShape="1">
          <a:blip r:embed="rId2">
            <a:alphaModFix/>
          </a:blip>
          <a:srcRect l="0" t="0" r="0" b="0"/>
          <a:stretch/>
        </p:blipFill>
        <p:spPr bwMode="auto">
          <a:xfrm>
            <a:off x="457201" y="0"/>
            <a:ext cx="107266" cy="861061"/>
          </a:xfrm>
          <a:prstGeom prst="rect">
            <a:avLst/>
          </a:prstGeom>
          <a:noFill/>
          <a:ln>
            <a:noFill/>
          </a:ln>
        </p:spPr>
      </p:pic>
      <p:sp>
        <p:nvSpPr>
          <p:cNvPr id="1387389302" name="Google Shape;110;p16"/>
          <p:cNvSpPr txBox="1"/>
          <p:nvPr>
            <p:ph type="body" idx="1"/>
          </p:nvPr>
        </p:nvSpPr>
        <p:spPr bwMode="auto">
          <a:xfrm>
            <a:off x="346950" y="2023495"/>
            <a:ext cx="4995999" cy="394799"/>
          </a:xfrm>
          <a:prstGeom prst="rect">
            <a:avLst/>
          </a:prstGeom>
          <a:noFill/>
          <a:ln>
            <a:noFill/>
          </a:ln>
        </p:spPr>
        <p:txBody>
          <a:bodyPr spcFirstLastPara="1" wrap="square" lIns="91423" tIns="45699" rIns="91423" bIns="45699" anchor="t" anchorCtr="0">
            <a:noAutofit/>
          </a:bodyPr>
          <a:lstStyle>
            <a:lvl1pPr marL="457200" lvl="0" indent="-228600" algn="l">
              <a:spcBef>
                <a:spcPts val="319"/>
              </a:spcBef>
              <a:spcAft>
                <a:spcPts val="0"/>
              </a:spcAft>
              <a:buClr>
                <a:schemeClr val="dk1"/>
              </a:buClr>
              <a:buSzPts val="1600"/>
              <a:buNone/>
              <a:defRPr sz="1600"/>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426434068" name="Google Shape;111;p16"/>
          <p:cNvSpPr txBox="1"/>
          <p:nvPr>
            <p:ph type="body" idx="2"/>
          </p:nvPr>
        </p:nvSpPr>
        <p:spPr bwMode="auto">
          <a:xfrm>
            <a:off x="346949" y="2540133"/>
            <a:ext cx="5520399" cy="3300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32223797" name="Google Shape;112;p16"/>
          <p:cNvSpPr txBox="1"/>
          <p:nvPr>
            <p:ph type="body" idx="3"/>
          </p:nvPr>
        </p:nvSpPr>
        <p:spPr bwMode="auto">
          <a:xfrm>
            <a:off x="6077317" y="2540133"/>
            <a:ext cx="5520399" cy="3300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24223864" name="Google Shape;113;p16"/>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56AC94DD-CC2C-4499-F792-A1E2CC2F9845}" type="slidenum">
              <a:rPr lang="en"/>
              <a:t>&lt;#&gt;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3_Title and Content" preserve="0" showMasterPhAnim="0" showMasterSp="1" userDrawn="1">
  <p:cSld name="3_Title and Content">
    <p:spTree>
      <p:nvGrpSpPr>
        <p:cNvPr id="1" name=""/>
        <p:cNvGrpSpPr/>
        <p:nvPr/>
      </p:nvGrpSpPr>
      <p:grpSpPr bwMode="auto">
        <a:xfrm>
          <a:off x="0" y="0"/>
          <a:ext cx="0" cy="0"/>
          <a:chOff x="0" y="0"/>
          <a:chExt cx="0" cy="0"/>
        </a:xfrm>
      </p:grpSpPr>
      <p:sp>
        <p:nvSpPr>
          <p:cNvPr id="441483502" name="Google Shape;115;p17"/>
          <p:cNvSpPr txBox="1"/>
          <p:nvPr>
            <p:ph type="title"/>
          </p:nvPr>
        </p:nvSpPr>
        <p:spPr bwMode="auto">
          <a:xfrm>
            <a:off x="346968" y="459466"/>
            <a:ext cx="11375199" cy="1098000"/>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50917286" name="Google Shape;116;p17"/>
          <p:cNvSpPr txBox="1"/>
          <p:nvPr>
            <p:ph type="body" idx="1"/>
          </p:nvPr>
        </p:nvSpPr>
        <p:spPr bwMode="auto">
          <a:xfrm>
            <a:off x="346950" y="2540133"/>
            <a:ext cx="3398799" cy="3300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546541844" name="Google Shape;117;p17"/>
          <p:cNvSpPr txBox="1"/>
          <p:nvPr/>
        </p:nvSpPr>
        <p:spPr bwMode="auto">
          <a:xfrm>
            <a:off x="9140859" y="6294053"/>
            <a:ext cx="2624400" cy="365199"/>
          </a:xfrm>
          <a:prstGeom prst="rect">
            <a:avLst/>
          </a:prstGeom>
          <a:noFill/>
          <a:ln>
            <a:noFill/>
          </a:ln>
        </p:spPr>
        <p:txBody>
          <a:bodyPr spcFirstLastPara="1" wrap="square" lIns="91423" tIns="45699" rIns="91423" bIns="45699"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7FCBC9BF-9521-C6FD-F3D8-6D65679ECC2D}" type="slidenum">
              <a:rPr lang="en" sz="800" b="1">
                <a:solidFill>
                  <a:srgbClr val="003B5C"/>
                </a:solidFill>
                <a:latin typeface="Arial"/>
                <a:ea typeface="Arial"/>
                <a:cs typeface="Arial"/>
              </a:rPr>
              <a:t>&lt;#&gt;</a:t>
            </a:fld>
            <a:endParaRPr sz="800" b="1">
              <a:solidFill>
                <a:srgbClr val="003B5C"/>
              </a:solidFill>
              <a:latin typeface="Arial"/>
              <a:ea typeface="Arial"/>
              <a:cs typeface="Arial"/>
            </a:endParaRPr>
          </a:p>
        </p:txBody>
      </p:sp>
      <p:pic>
        <p:nvPicPr>
          <p:cNvPr id="671593616" name="Google Shape;118;p17" descr="Template01-08.png"/>
          <p:cNvPicPr/>
          <p:nvPr/>
        </p:nvPicPr>
        <p:blipFill rotWithShape="1">
          <a:blip r:embed="rId2">
            <a:alphaModFix/>
          </a:blip>
          <a:srcRect l="0" t="0" r="0" b="0"/>
          <a:stretch/>
        </p:blipFill>
        <p:spPr bwMode="auto">
          <a:xfrm>
            <a:off x="457201" y="0"/>
            <a:ext cx="107266" cy="861061"/>
          </a:xfrm>
          <a:prstGeom prst="rect">
            <a:avLst/>
          </a:prstGeom>
          <a:noFill/>
          <a:ln>
            <a:noFill/>
          </a:ln>
        </p:spPr>
      </p:pic>
      <p:sp>
        <p:nvSpPr>
          <p:cNvPr id="557437951" name="Google Shape;119;p17"/>
          <p:cNvSpPr/>
          <p:nvPr>
            <p:ph type="pic" idx="2"/>
          </p:nvPr>
        </p:nvSpPr>
        <p:spPr bwMode="auto">
          <a:xfrm>
            <a:off x="8476930" y="-19461"/>
            <a:ext cx="3715200" cy="6877599"/>
          </a:xfrm>
          <a:prstGeom prst="rect">
            <a:avLst/>
          </a:prstGeom>
          <a:noFill/>
          <a:ln>
            <a:noFill/>
          </a:ln>
        </p:spPr>
      </p:sp>
      <p:sp>
        <p:nvSpPr>
          <p:cNvPr id="1880050628" name="Google Shape;120;p17"/>
          <p:cNvSpPr txBox="1"/>
          <p:nvPr>
            <p:ph type="body" idx="3"/>
          </p:nvPr>
        </p:nvSpPr>
        <p:spPr bwMode="auto">
          <a:xfrm>
            <a:off x="346950" y="2023495"/>
            <a:ext cx="4995999" cy="394799"/>
          </a:xfrm>
          <a:prstGeom prst="rect">
            <a:avLst/>
          </a:prstGeom>
          <a:noFill/>
          <a:ln>
            <a:noFill/>
          </a:ln>
        </p:spPr>
        <p:txBody>
          <a:bodyPr spcFirstLastPara="1" wrap="square" lIns="91423" tIns="45699" rIns="91423" bIns="45699" anchor="t" anchorCtr="0">
            <a:noAutofit/>
          </a:bodyPr>
          <a:lstStyle>
            <a:lvl1pPr marL="457200" lvl="0" indent="-228600" algn="l">
              <a:spcBef>
                <a:spcPts val="319"/>
              </a:spcBef>
              <a:spcAft>
                <a:spcPts val="0"/>
              </a:spcAft>
              <a:buClr>
                <a:schemeClr val="dk1"/>
              </a:buClr>
              <a:buSzPts val="1600"/>
              <a:buNone/>
              <a:defRPr sz="1600"/>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932179126" name="Google Shape;121;p17"/>
          <p:cNvSpPr txBox="1"/>
          <p:nvPr>
            <p:ph type="body" idx="4"/>
          </p:nvPr>
        </p:nvSpPr>
        <p:spPr bwMode="auto">
          <a:xfrm>
            <a:off x="3938869" y="2540133"/>
            <a:ext cx="3398799" cy="3300799"/>
          </a:xfrm>
          <a:prstGeom prst="rect">
            <a:avLst/>
          </a:prstGeom>
          <a:noFill/>
          <a:ln>
            <a:noFill/>
          </a:ln>
        </p:spPr>
        <p:txBody>
          <a:bodyPr spcFirstLastPara="1" wrap="square" lIns="91423" tIns="45699" rIns="91423" bIns="45699" anchor="t" anchorCtr="0">
            <a:normAutofit/>
          </a:bodyPr>
          <a:lstStyle>
            <a:lvl1pPr marL="457200" lvl="0" indent="-342900" algn="l">
              <a:spcBef>
                <a:spcPts val="359"/>
              </a:spcBef>
              <a:spcAft>
                <a:spcPts val="0"/>
              </a:spcAft>
              <a:buClr>
                <a:schemeClr val="dk1"/>
              </a:buClr>
              <a:buSzPts val="1800"/>
              <a:buChar char="•"/>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020004510" name="Google Shape;122;p17"/>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9AE83FA0-1F97-412B-7FBA-0FF9E5191BC3}" type="slidenum">
              <a:rPr lang="en"/>
              <a:t>&lt;#&gt;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ustom Layout" preserve="0" showMasterPhAnim="0" showMasterSp="1" userDrawn="1">
  <p:cSld name="Custom Layout">
    <p:spTree>
      <p:nvGrpSpPr>
        <p:cNvPr id="1" name=""/>
        <p:cNvGrpSpPr/>
        <p:nvPr/>
      </p:nvGrpSpPr>
      <p:grpSpPr bwMode="auto">
        <a:xfrm>
          <a:off x="0" y="0"/>
          <a:ext cx="0" cy="0"/>
          <a:chOff x="0" y="0"/>
          <a:chExt cx="0" cy="0"/>
        </a:xfrm>
      </p:grpSpPr>
      <p:sp>
        <p:nvSpPr>
          <p:cNvPr id="1824371936" name="Google Shape;124;p18"/>
          <p:cNvSpPr/>
          <p:nvPr>
            <p:ph type="pic" idx="2"/>
          </p:nvPr>
        </p:nvSpPr>
        <p:spPr bwMode="auto">
          <a:xfrm>
            <a:off x="0" y="-19461"/>
            <a:ext cx="12191999" cy="6877599"/>
          </a:xfrm>
          <a:prstGeom prst="rect">
            <a:avLst/>
          </a:prstGeom>
          <a:noFill/>
          <a:ln>
            <a:noFill/>
          </a:ln>
        </p:spPr>
      </p:sp>
      <p:sp>
        <p:nvSpPr>
          <p:cNvPr id="431167523" name="Google Shape;125;p18"/>
          <p:cNvSpPr txBox="1"/>
          <p:nvPr>
            <p:ph type="sldNum" idx="12"/>
          </p:nvPr>
        </p:nvSpPr>
        <p:spPr bwMode="auto">
          <a:xfrm>
            <a:off x="8877299" y="6327646"/>
            <a:ext cx="2844798" cy="365199"/>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r>
              <a:rPr lang="en"/>
              <a:t>Presentation Title | </a:t>
            </a:r>
            <a:fld id="{D6506E6B-FF61-D720-285D-D502E7BF3699}" type="slidenum">
              <a:rPr lang="en" b="1"/>
              <a:t>&lt;#&gt;</a:t>
            </a:fld>
            <a:endParaRPr b="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losing Slide" preserve="0" showMasterPhAnim="0" showMasterSp="1" userDrawn="1">
  <p:cSld name="Closing Slide">
    <p:spTree>
      <p:nvGrpSpPr>
        <p:cNvPr id="1" name=""/>
        <p:cNvGrpSpPr/>
        <p:nvPr/>
      </p:nvGrpSpPr>
      <p:grpSpPr bwMode="auto">
        <a:xfrm>
          <a:off x="0" y="0"/>
          <a:ext cx="0" cy="0"/>
          <a:chOff x="0" y="0"/>
          <a:chExt cx="0" cy="0"/>
        </a:xfrm>
      </p:grpSpPr>
      <p:sp>
        <p:nvSpPr>
          <p:cNvPr id="1379408346" name="Google Shape;127;p19"/>
          <p:cNvSpPr/>
          <p:nvPr/>
        </p:nvSpPr>
        <p:spPr bwMode="auto">
          <a:xfrm>
            <a:off x="0" y="0"/>
            <a:ext cx="12191999" cy="6881198"/>
          </a:xfrm>
          <a:prstGeom prst="rect">
            <a:avLst/>
          </a:prstGeom>
          <a:solidFill>
            <a:srgbClr val="042A4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3" tIns="45699" rIns="91423" bIns="45699" anchor="ctr" anchorCtr="0">
            <a:noAutofit/>
          </a:bodyPr>
          <a:lstStyle/>
          <a:p>
            <a:pPr marL="0" marR="0" lvl="0" indent="0" algn="ctr" rtl="0">
              <a:spcBef>
                <a:spcPts val="0"/>
              </a:spcBef>
              <a:spcAft>
                <a:spcPts val="0"/>
              </a:spcAft>
              <a:buNone/>
              <a:defRPr/>
            </a:pPr>
            <a:endParaRPr sz="1800">
              <a:solidFill>
                <a:srgbClr val="003B5C"/>
              </a:solidFill>
              <a:latin typeface="Arial"/>
              <a:ea typeface="Arial"/>
              <a:cs typeface="Arial"/>
            </a:endParaRPr>
          </a:p>
        </p:txBody>
      </p:sp>
      <p:pic>
        <p:nvPicPr>
          <p:cNvPr id="2046712040" name="Google Shape;128;p19" descr="03 Singapore University of Social Sciences_Horizontal Format_Version A_Blue Background_RGB-01.png"/>
          <p:cNvPicPr/>
          <p:nvPr/>
        </p:nvPicPr>
        <p:blipFill rotWithShape="1">
          <a:blip r:embed="rId2">
            <a:alphaModFix/>
          </a:blip>
          <a:srcRect l="0" t="0" r="0" b="0"/>
          <a:stretch/>
        </p:blipFill>
        <p:spPr bwMode="auto">
          <a:xfrm>
            <a:off x="469063" y="5821215"/>
            <a:ext cx="1489258" cy="744630"/>
          </a:xfrm>
          <a:prstGeom prst="rect">
            <a:avLst/>
          </a:prstGeom>
          <a:noFill/>
          <a:ln>
            <a:noFill/>
          </a:ln>
        </p:spPr>
      </p:pic>
      <p:sp>
        <p:nvSpPr>
          <p:cNvPr id="811964877" name="Google Shape;129;p19"/>
          <p:cNvSpPr txBox="1"/>
          <p:nvPr>
            <p:ph type="sldNum" idx="12"/>
          </p:nvPr>
        </p:nvSpPr>
        <p:spPr bwMode="auto">
          <a:xfrm>
            <a:off x="8877299" y="6327646"/>
            <a:ext cx="2844798" cy="365199"/>
          </a:xfrm>
          <a:prstGeom prst="rect">
            <a:avLst/>
          </a:prstGeom>
          <a:noFill/>
          <a:ln>
            <a:noFill/>
          </a:ln>
        </p:spPr>
        <p:txBody>
          <a:bodyPr spcFirstLastPara="1" wrap="square" lIns="91423" tIns="45699" rIns="91423" bIns="45699" anchor="ctr" anchorCtr="0">
            <a:noAutofit/>
          </a:bodyPr>
          <a:lstStyle>
            <a:lvl1pPr marL="0" lvl="0" indent="0" algn="r">
              <a:spcBef>
                <a:spcPts val="0"/>
              </a:spcBef>
              <a:buNone/>
              <a:defRPr sz="800" b="1">
                <a:solidFill>
                  <a:srgbClr val="FFFFFF"/>
                </a:solidFill>
                <a:latin typeface="Arial"/>
                <a:ea typeface="Arial"/>
                <a:cs typeface="Arial"/>
              </a:defRPr>
            </a:lvl1pPr>
            <a:lvl2pPr marL="0" lvl="1" indent="0" algn="r">
              <a:spcBef>
                <a:spcPts val="0"/>
              </a:spcBef>
              <a:buNone/>
              <a:defRPr sz="800" b="1">
                <a:solidFill>
                  <a:srgbClr val="FFFFFF"/>
                </a:solidFill>
                <a:latin typeface="Arial"/>
                <a:ea typeface="Arial"/>
                <a:cs typeface="Arial"/>
              </a:defRPr>
            </a:lvl2pPr>
            <a:lvl3pPr marL="0" lvl="2" indent="0" algn="r">
              <a:spcBef>
                <a:spcPts val="0"/>
              </a:spcBef>
              <a:buNone/>
              <a:defRPr sz="800" b="1">
                <a:solidFill>
                  <a:srgbClr val="FFFFFF"/>
                </a:solidFill>
                <a:latin typeface="Arial"/>
                <a:ea typeface="Arial"/>
                <a:cs typeface="Arial"/>
              </a:defRPr>
            </a:lvl3pPr>
            <a:lvl4pPr marL="0" lvl="3" indent="0" algn="r">
              <a:spcBef>
                <a:spcPts val="0"/>
              </a:spcBef>
              <a:buNone/>
              <a:defRPr sz="800" b="1">
                <a:solidFill>
                  <a:srgbClr val="FFFFFF"/>
                </a:solidFill>
                <a:latin typeface="Arial"/>
                <a:ea typeface="Arial"/>
                <a:cs typeface="Arial"/>
              </a:defRPr>
            </a:lvl4pPr>
            <a:lvl5pPr marL="0" lvl="4" indent="0" algn="r">
              <a:spcBef>
                <a:spcPts val="0"/>
              </a:spcBef>
              <a:buNone/>
              <a:defRPr sz="800" b="1">
                <a:solidFill>
                  <a:srgbClr val="FFFFFF"/>
                </a:solidFill>
                <a:latin typeface="Arial"/>
                <a:ea typeface="Arial"/>
                <a:cs typeface="Arial"/>
              </a:defRPr>
            </a:lvl5pPr>
            <a:lvl6pPr marL="0" lvl="5" indent="0" algn="r">
              <a:spcBef>
                <a:spcPts val="0"/>
              </a:spcBef>
              <a:buNone/>
              <a:defRPr sz="800" b="1">
                <a:solidFill>
                  <a:srgbClr val="FFFFFF"/>
                </a:solidFill>
                <a:latin typeface="Arial"/>
                <a:ea typeface="Arial"/>
                <a:cs typeface="Arial"/>
              </a:defRPr>
            </a:lvl6pPr>
            <a:lvl7pPr marL="0" lvl="6" indent="0" algn="r">
              <a:spcBef>
                <a:spcPts val="0"/>
              </a:spcBef>
              <a:buNone/>
              <a:defRPr sz="800" b="1">
                <a:solidFill>
                  <a:srgbClr val="FFFFFF"/>
                </a:solidFill>
                <a:latin typeface="Arial"/>
                <a:ea typeface="Arial"/>
                <a:cs typeface="Arial"/>
              </a:defRPr>
            </a:lvl7pPr>
            <a:lvl8pPr marL="0" lvl="7" indent="0" algn="r">
              <a:spcBef>
                <a:spcPts val="0"/>
              </a:spcBef>
              <a:buNone/>
              <a:defRPr sz="800" b="1">
                <a:solidFill>
                  <a:srgbClr val="FFFFFF"/>
                </a:solidFill>
                <a:latin typeface="Arial"/>
                <a:ea typeface="Arial"/>
                <a:cs typeface="Arial"/>
              </a:defRPr>
            </a:lvl8pPr>
            <a:lvl9pPr marL="0" lvl="8" indent="0" algn="r">
              <a:spcBef>
                <a:spcPts val="0"/>
              </a:spcBef>
              <a:buNone/>
              <a:defRPr sz="800" b="1">
                <a:solidFill>
                  <a:srgbClr val="FFFFFF"/>
                </a:solidFill>
                <a:latin typeface="Arial"/>
                <a:ea typeface="Arial"/>
                <a:cs typeface="Arial"/>
              </a:defRPr>
            </a:lvl9pPr>
          </a:lstStyle>
          <a:p>
            <a:pPr marL="0" lvl="0" indent="0" algn="r" rtl="0">
              <a:spcBef>
                <a:spcPts val="0"/>
              </a:spcBef>
              <a:spcAft>
                <a:spcPts val="0"/>
              </a:spcAft>
              <a:buNone/>
              <a:defRPr/>
            </a:pPr>
            <a:r>
              <a:rPr lang="en"/>
              <a:t>suss.edu.sg</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4_Title and Content" preserve="0" showMasterPhAnim="0" showMasterSp="1" userDrawn="1">
  <p:cSld name="14_Title and Content">
    <p:spTree>
      <p:nvGrpSpPr>
        <p:cNvPr id="1" name=""/>
        <p:cNvGrpSpPr/>
        <p:nvPr/>
      </p:nvGrpSpPr>
      <p:grpSpPr bwMode="auto">
        <a:xfrm>
          <a:off x="0" y="0"/>
          <a:ext cx="0" cy="0"/>
          <a:chOff x="0" y="0"/>
          <a:chExt cx="0" cy="0"/>
        </a:xfrm>
      </p:grpSpPr>
      <p:sp>
        <p:nvSpPr>
          <p:cNvPr id="918748233" name="Google Shape;131;p20"/>
          <p:cNvSpPr txBox="1"/>
          <p:nvPr>
            <p:ph type="title"/>
          </p:nvPr>
        </p:nvSpPr>
        <p:spPr bwMode="auto">
          <a:xfrm>
            <a:off x="914400" y="380999"/>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890018"/>
              </a:buClr>
              <a:buSzPts val="2100"/>
              <a:buFont typeface="Lucida Sans"/>
              <a:buNone/>
              <a:defRPr sz="21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37559051" name="Google Shape;132;p20"/>
          <p:cNvSpPr txBox="1"/>
          <p:nvPr>
            <p:ph type="body" idx="1"/>
          </p:nvPr>
        </p:nvSpPr>
        <p:spPr bwMode="auto">
          <a:xfrm>
            <a:off x="914400" y="990599"/>
            <a:ext cx="10058400" cy="342000"/>
          </a:xfrm>
          <a:prstGeom prst="rect">
            <a:avLst/>
          </a:prstGeom>
          <a:noFill/>
          <a:ln>
            <a:noFill/>
          </a:ln>
        </p:spPr>
        <p:txBody>
          <a:bodyPr spcFirstLastPara="1" wrap="square" lIns="91423" tIns="45699" rIns="91423" bIns="45699" anchor="t" anchorCtr="0">
            <a:normAutofit/>
          </a:bodyPr>
          <a:lstStyle>
            <a:lvl1pPr marL="457200" lvl="0" indent="-228600" algn="l">
              <a:spcBef>
                <a:spcPts val="299"/>
              </a:spcBef>
              <a:spcAft>
                <a:spcPts val="0"/>
              </a:spcAft>
              <a:buClr>
                <a:srgbClr val="890018"/>
              </a:buClr>
              <a:buSzPts val="1500"/>
              <a:buNone/>
              <a:defRPr sz="1500" b="1">
                <a:solidFill>
                  <a:srgbClr val="890018"/>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649933989" name="Google Shape;133;p20"/>
          <p:cNvSpPr txBox="1"/>
          <p:nvPr>
            <p:ph type="dt" idx="10"/>
          </p:nvPr>
        </p:nvSpPr>
        <p:spPr bwMode="auto">
          <a:xfrm>
            <a:off x="6192010" y="6539054"/>
            <a:ext cx="2539999" cy="274399"/>
          </a:xfrm>
          <a:prstGeom prst="rect">
            <a:avLst/>
          </a:prstGeom>
          <a:noFill/>
          <a:ln>
            <a:noFill/>
          </a:ln>
        </p:spPr>
        <p:txBody>
          <a:bodyPr spcFirstLastPara="1" wrap="square" lIns="91423" tIns="45699" rIns="91423" bIns="45699" anchor="t" anchorCtr="0">
            <a:noAutofit/>
          </a:bodyPr>
          <a:lstStyle>
            <a:lvl1pPr marR="0" lvl="0" algn="r"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185134122" name="Google Shape;134;p20"/>
          <p:cNvSpPr txBox="1"/>
          <p:nvPr>
            <p:ph type="ftr" idx="11"/>
          </p:nvPr>
        </p:nvSpPr>
        <p:spPr bwMode="auto">
          <a:xfrm>
            <a:off x="47327" y="6539054"/>
            <a:ext cx="3860799" cy="274399"/>
          </a:xfrm>
          <a:prstGeom prst="rect">
            <a:avLst/>
          </a:prstGeom>
          <a:noFill/>
          <a:ln>
            <a:noFill/>
          </a:ln>
        </p:spPr>
        <p:txBody>
          <a:bodyPr spcFirstLastPara="1" wrap="square" lIns="91423" tIns="45699" rIns="91423" bIns="45699" anchor="t" anchorCtr="0">
            <a:noAutofit/>
          </a:bodyPr>
          <a:lstStyle>
            <a:lvl1pPr marR="0" lvl="0" algn="l"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865975823" name="Google Shape;135;p20"/>
          <p:cNvSpPr txBox="1"/>
          <p:nvPr>
            <p:ph type="sldNum" idx="12"/>
          </p:nvPr>
        </p:nvSpPr>
        <p:spPr bwMode="auto">
          <a:xfrm>
            <a:off x="8784298" y="6539054"/>
            <a:ext cx="609599" cy="274399"/>
          </a:xfrm>
          <a:prstGeom prst="rect">
            <a:avLst/>
          </a:prstGeom>
          <a:noFill/>
          <a:ln>
            <a:noFill/>
          </a:ln>
        </p:spPr>
        <p:txBody>
          <a:bodyPr spcFirstLastPara="1" wrap="square" lIns="91423" tIns="45699" rIns="91423" bIns="45699" anchor="t" anchorCtr="0">
            <a:noAutofit/>
          </a:bodyPr>
          <a:lstStyle>
            <a:lvl1pPr marL="0" lvl="0" indent="0" algn="l">
              <a:spcBef>
                <a:spcPts val="0"/>
              </a:spcBef>
              <a:buNone/>
              <a:defRPr sz="1050">
                <a:solidFill>
                  <a:srgbClr val="0098ED"/>
                </a:solidFill>
                <a:latin typeface="Lucida Sans"/>
                <a:ea typeface="Lucida Sans"/>
                <a:cs typeface="Lucida Sans"/>
              </a:defRPr>
            </a:lvl1pPr>
            <a:lvl2pPr marL="0" lvl="1" indent="0" algn="l">
              <a:spcBef>
                <a:spcPts val="0"/>
              </a:spcBef>
              <a:buNone/>
              <a:defRPr sz="1050">
                <a:solidFill>
                  <a:srgbClr val="0098ED"/>
                </a:solidFill>
                <a:latin typeface="Lucida Sans"/>
                <a:ea typeface="Lucida Sans"/>
                <a:cs typeface="Lucida Sans"/>
              </a:defRPr>
            </a:lvl2pPr>
            <a:lvl3pPr marL="0" lvl="2" indent="0" algn="l">
              <a:spcBef>
                <a:spcPts val="0"/>
              </a:spcBef>
              <a:buNone/>
              <a:defRPr sz="1050">
                <a:solidFill>
                  <a:srgbClr val="0098ED"/>
                </a:solidFill>
                <a:latin typeface="Lucida Sans"/>
                <a:ea typeface="Lucida Sans"/>
                <a:cs typeface="Lucida Sans"/>
              </a:defRPr>
            </a:lvl3pPr>
            <a:lvl4pPr marL="0" lvl="3" indent="0" algn="l">
              <a:spcBef>
                <a:spcPts val="0"/>
              </a:spcBef>
              <a:buNone/>
              <a:defRPr sz="1050">
                <a:solidFill>
                  <a:srgbClr val="0098ED"/>
                </a:solidFill>
                <a:latin typeface="Lucida Sans"/>
                <a:ea typeface="Lucida Sans"/>
                <a:cs typeface="Lucida Sans"/>
              </a:defRPr>
            </a:lvl4pPr>
            <a:lvl5pPr marL="0" lvl="4" indent="0" algn="l">
              <a:spcBef>
                <a:spcPts val="0"/>
              </a:spcBef>
              <a:buNone/>
              <a:defRPr sz="1050">
                <a:solidFill>
                  <a:srgbClr val="0098ED"/>
                </a:solidFill>
                <a:latin typeface="Lucida Sans"/>
                <a:ea typeface="Lucida Sans"/>
                <a:cs typeface="Lucida Sans"/>
              </a:defRPr>
            </a:lvl5pPr>
            <a:lvl6pPr marL="0" lvl="5" indent="0" algn="l">
              <a:spcBef>
                <a:spcPts val="0"/>
              </a:spcBef>
              <a:buNone/>
              <a:defRPr sz="1050">
                <a:solidFill>
                  <a:srgbClr val="0098ED"/>
                </a:solidFill>
                <a:latin typeface="Lucida Sans"/>
                <a:ea typeface="Lucida Sans"/>
                <a:cs typeface="Lucida Sans"/>
              </a:defRPr>
            </a:lvl6pPr>
            <a:lvl7pPr marL="0" lvl="6" indent="0" algn="l">
              <a:spcBef>
                <a:spcPts val="0"/>
              </a:spcBef>
              <a:buNone/>
              <a:defRPr sz="1050">
                <a:solidFill>
                  <a:srgbClr val="0098ED"/>
                </a:solidFill>
                <a:latin typeface="Lucida Sans"/>
                <a:ea typeface="Lucida Sans"/>
                <a:cs typeface="Lucida Sans"/>
              </a:defRPr>
            </a:lvl7pPr>
            <a:lvl8pPr marL="0" lvl="7" indent="0" algn="l">
              <a:spcBef>
                <a:spcPts val="0"/>
              </a:spcBef>
              <a:buNone/>
              <a:defRPr sz="1050">
                <a:solidFill>
                  <a:srgbClr val="0098ED"/>
                </a:solidFill>
                <a:latin typeface="Lucida Sans"/>
                <a:ea typeface="Lucida Sans"/>
                <a:cs typeface="Lucida Sans"/>
              </a:defRPr>
            </a:lvl8pPr>
            <a:lvl9pPr marL="0" lvl="8" indent="0" algn="l">
              <a:spcBef>
                <a:spcPts val="0"/>
              </a:spcBef>
              <a:buNone/>
              <a:defRPr sz="1050">
                <a:solidFill>
                  <a:srgbClr val="0098ED"/>
                </a:solidFill>
                <a:latin typeface="Lucida Sans"/>
                <a:ea typeface="Lucida Sans"/>
                <a:cs typeface="Lucida Sans"/>
              </a:defRPr>
            </a:lvl9pPr>
          </a:lstStyle>
          <a:p>
            <a:pPr marL="0" lvl="0" indent="0" algn="l" rtl="0">
              <a:spcBef>
                <a:spcPts val="0"/>
              </a:spcBef>
              <a:spcAft>
                <a:spcPts val="0"/>
              </a:spcAft>
              <a:buNone/>
              <a:defRPr/>
            </a:pPr>
            <a:fld id="{2FBF94B4-9678-CCC1-7243-E4EAA4B96FDE}" type="slidenum">
              <a:rPr lang="en"/>
              <a:t>&lt;#&gt;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0_Title and Content" preserve="0" showMasterPhAnim="0" showMasterSp="1" userDrawn="1">
  <p:cSld name="40_Title and Content">
    <p:spTree>
      <p:nvGrpSpPr>
        <p:cNvPr id="1" name=""/>
        <p:cNvGrpSpPr/>
        <p:nvPr/>
      </p:nvGrpSpPr>
      <p:grpSpPr bwMode="auto">
        <a:xfrm>
          <a:off x="0" y="0"/>
          <a:ext cx="0" cy="0"/>
          <a:chOff x="0" y="0"/>
          <a:chExt cx="0" cy="0"/>
        </a:xfrm>
      </p:grpSpPr>
      <p:sp>
        <p:nvSpPr>
          <p:cNvPr id="424772301" name="Google Shape;137;p21"/>
          <p:cNvSpPr txBox="1"/>
          <p:nvPr>
            <p:ph type="title"/>
          </p:nvPr>
        </p:nvSpPr>
        <p:spPr bwMode="auto">
          <a:xfrm>
            <a:off x="914400" y="380999"/>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890018"/>
              </a:buClr>
              <a:buSzPts val="2100"/>
              <a:buFont typeface="Lucida Sans"/>
              <a:buNone/>
              <a:defRPr sz="21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14622667" name="Google Shape;138;p21"/>
          <p:cNvSpPr txBox="1"/>
          <p:nvPr>
            <p:ph type="body" idx="1"/>
          </p:nvPr>
        </p:nvSpPr>
        <p:spPr bwMode="auto">
          <a:xfrm>
            <a:off x="914400" y="990599"/>
            <a:ext cx="10058400" cy="342000"/>
          </a:xfrm>
          <a:prstGeom prst="rect">
            <a:avLst/>
          </a:prstGeom>
          <a:noFill/>
          <a:ln>
            <a:noFill/>
          </a:ln>
        </p:spPr>
        <p:txBody>
          <a:bodyPr spcFirstLastPara="1" wrap="square" lIns="91423" tIns="45699" rIns="91423" bIns="45699" anchor="t" anchorCtr="0">
            <a:normAutofit/>
          </a:bodyPr>
          <a:lstStyle>
            <a:lvl1pPr marL="457200" lvl="0" indent="-228600" algn="l">
              <a:spcBef>
                <a:spcPts val="299"/>
              </a:spcBef>
              <a:spcAft>
                <a:spcPts val="0"/>
              </a:spcAft>
              <a:buClr>
                <a:srgbClr val="890018"/>
              </a:buClr>
              <a:buSzPts val="1500"/>
              <a:buNone/>
              <a:defRPr sz="1500" b="1">
                <a:solidFill>
                  <a:srgbClr val="890018"/>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55940008" name="Google Shape;139;p21"/>
          <p:cNvSpPr txBox="1"/>
          <p:nvPr>
            <p:ph type="dt" idx="10"/>
          </p:nvPr>
        </p:nvSpPr>
        <p:spPr bwMode="auto">
          <a:xfrm>
            <a:off x="6192010" y="6539054"/>
            <a:ext cx="2539999" cy="274399"/>
          </a:xfrm>
          <a:prstGeom prst="rect">
            <a:avLst/>
          </a:prstGeom>
          <a:noFill/>
          <a:ln>
            <a:noFill/>
          </a:ln>
        </p:spPr>
        <p:txBody>
          <a:bodyPr spcFirstLastPara="1" wrap="square" lIns="91423" tIns="45699" rIns="91423" bIns="45699" anchor="t" anchorCtr="0">
            <a:noAutofit/>
          </a:bodyPr>
          <a:lstStyle>
            <a:lvl1pPr marR="0" lvl="0" algn="r"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666798586" name="Google Shape;140;p21"/>
          <p:cNvSpPr txBox="1"/>
          <p:nvPr>
            <p:ph type="ftr" idx="11"/>
          </p:nvPr>
        </p:nvSpPr>
        <p:spPr bwMode="auto">
          <a:xfrm>
            <a:off x="47327" y="6539054"/>
            <a:ext cx="3860799" cy="274399"/>
          </a:xfrm>
          <a:prstGeom prst="rect">
            <a:avLst/>
          </a:prstGeom>
          <a:noFill/>
          <a:ln>
            <a:noFill/>
          </a:ln>
        </p:spPr>
        <p:txBody>
          <a:bodyPr spcFirstLastPara="1" wrap="square" lIns="91423" tIns="45699" rIns="91423" bIns="45699" anchor="t" anchorCtr="0">
            <a:noAutofit/>
          </a:bodyPr>
          <a:lstStyle>
            <a:lvl1pPr marR="0" lvl="0" algn="l"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659848484" name="Google Shape;141;p21"/>
          <p:cNvSpPr txBox="1"/>
          <p:nvPr>
            <p:ph type="sldNum" idx="12"/>
          </p:nvPr>
        </p:nvSpPr>
        <p:spPr bwMode="auto">
          <a:xfrm>
            <a:off x="8784298" y="6539054"/>
            <a:ext cx="609599" cy="274399"/>
          </a:xfrm>
          <a:prstGeom prst="rect">
            <a:avLst/>
          </a:prstGeom>
          <a:noFill/>
          <a:ln>
            <a:noFill/>
          </a:ln>
        </p:spPr>
        <p:txBody>
          <a:bodyPr spcFirstLastPara="1" wrap="square" lIns="91423" tIns="45699" rIns="91423" bIns="45699" anchor="t" anchorCtr="0">
            <a:noAutofit/>
          </a:bodyPr>
          <a:lstStyle>
            <a:lvl1pPr marL="0" lvl="0" indent="0" algn="l">
              <a:spcBef>
                <a:spcPts val="0"/>
              </a:spcBef>
              <a:buNone/>
              <a:defRPr sz="1050">
                <a:solidFill>
                  <a:srgbClr val="0098ED"/>
                </a:solidFill>
                <a:latin typeface="Lucida Sans"/>
                <a:ea typeface="Lucida Sans"/>
                <a:cs typeface="Lucida Sans"/>
              </a:defRPr>
            </a:lvl1pPr>
            <a:lvl2pPr marL="0" lvl="1" indent="0" algn="l">
              <a:spcBef>
                <a:spcPts val="0"/>
              </a:spcBef>
              <a:buNone/>
              <a:defRPr sz="1050">
                <a:solidFill>
                  <a:srgbClr val="0098ED"/>
                </a:solidFill>
                <a:latin typeface="Lucida Sans"/>
                <a:ea typeface="Lucida Sans"/>
                <a:cs typeface="Lucida Sans"/>
              </a:defRPr>
            </a:lvl2pPr>
            <a:lvl3pPr marL="0" lvl="2" indent="0" algn="l">
              <a:spcBef>
                <a:spcPts val="0"/>
              </a:spcBef>
              <a:buNone/>
              <a:defRPr sz="1050">
                <a:solidFill>
                  <a:srgbClr val="0098ED"/>
                </a:solidFill>
                <a:latin typeface="Lucida Sans"/>
                <a:ea typeface="Lucida Sans"/>
                <a:cs typeface="Lucida Sans"/>
              </a:defRPr>
            </a:lvl3pPr>
            <a:lvl4pPr marL="0" lvl="3" indent="0" algn="l">
              <a:spcBef>
                <a:spcPts val="0"/>
              </a:spcBef>
              <a:buNone/>
              <a:defRPr sz="1050">
                <a:solidFill>
                  <a:srgbClr val="0098ED"/>
                </a:solidFill>
                <a:latin typeface="Lucida Sans"/>
                <a:ea typeface="Lucida Sans"/>
                <a:cs typeface="Lucida Sans"/>
              </a:defRPr>
            </a:lvl4pPr>
            <a:lvl5pPr marL="0" lvl="4" indent="0" algn="l">
              <a:spcBef>
                <a:spcPts val="0"/>
              </a:spcBef>
              <a:buNone/>
              <a:defRPr sz="1050">
                <a:solidFill>
                  <a:srgbClr val="0098ED"/>
                </a:solidFill>
                <a:latin typeface="Lucida Sans"/>
                <a:ea typeface="Lucida Sans"/>
                <a:cs typeface="Lucida Sans"/>
              </a:defRPr>
            </a:lvl5pPr>
            <a:lvl6pPr marL="0" lvl="5" indent="0" algn="l">
              <a:spcBef>
                <a:spcPts val="0"/>
              </a:spcBef>
              <a:buNone/>
              <a:defRPr sz="1050">
                <a:solidFill>
                  <a:srgbClr val="0098ED"/>
                </a:solidFill>
                <a:latin typeface="Lucida Sans"/>
                <a:ea typeface="Lucida Sans"/>
                <a:cs typeface="Lucida Sans"/>
              </a:defRPr>
            </a:lvl6pPr>
            <a:lvl7pPr marL="0" lvl="6" indent="0" algn="l">
              <a:spcBef>
                <a:spcPts val="0"/>
              </a:spcBef>
              <a:buNone/>
              <a:defRPr sz="1050">
                <a:solidFill>
                  <a:srgbClr val="0098ED"/>
                </a:solidFill>
                <a:latin typeface="Lucida Sans"/>
                <a:ea typeface="Lucida Sans"/>
                <a:cs typeface="Lucida Sans"/>
              </a:defRPr>
            </a:lvl7pPr>
            <a:lvl8pPr marL="0" lvl="7" indent="0" algn="l">
              <a:spcBef>
                <a:spcPts val="0"/>
              </a:spcBef>
              <a:buNone/>
              <a:defRPr sz="1050">
                <a:solidFill>
                  <a:srgbClr val="0098ED"/>
                </a:solidFill>
                <a:latin typeface="Lucida Sans"/>
                <a:ea typeface="Lucida Sans"/>
                <a:cs typeface="Lucida Sans"/>
              </a:defRPr>
            </a:lvl8pPr>
            <a:lvl9pPr marL="0" lvl="8" indent="0" algn="l">
              <a:spcBef>
                <a:spcPts val="0"/>
              </a:spcBef>
              <a:buNone/>
              <a:defRPr sz="1050">
                <a:solidFill>
                  <a:srgbClr val="0098ED"/>
                </a:solidFill>
                <a:latin typeface="Lucida Sans"/>
                <a:ea typeface="Lucida Sans"/>
                <a:cs typeface="Lucida Sans"/>
              </a:defRPr>
            </a:lvl9pPr>
          </a:lstStyle>
          <a:p>
            <a:pPr marL="0" lvl="0" indent="0" algn="l" rtl="0">
              <a:spcBef>
                <a:spcPts val="0"/>
              </a:spcBef>
              <a:spcAft>
                <a:spcPts val="0"/>
              </a:spcAft>
              <a:buNone/>
              <a:defRPr/>
            </a:pPr>
            <a:fld id="{CD9C93B0-F61D-0385-FE0B-1CFC625783DD}" type="slidenum">
              <a:rPr lang="en"/>
              <a:t>&lt;#&gt;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1_Title and Content" preserve="0" showMasterPhAnim="0" showMasterSp="1" userDrawn="1">
  <p:cSld name="41_Title and Content">
    <p:spTree>
      <p:nvGrpSpPr>
        <p:cNvPr id="1" name=""/>
        <p:cNvGrpSpPr/>
        <p:nvPr/>
      </p:nvGrpSpPr>
      <p:grpSpPr bwMode="auto">
        <a:xfrm>
          <a:off x="0" y="0"/>
          <a:ext cx="0" cy="0"/>
          <a:chOff x="0" y="0"/>
          <a:chExt cx="0" cy="0"/>
        </a:xfrm>
      </p:grpSpPr>
      <p:sp>
        <p:nvSpPr>
          <p:cNvPr id="1932192168" name="Google Shape;143;p22"/>
          <p:cNvSpPr txBox="1"/>
          <p:nvPr>
            <p:ph type="title"/>
          </p:nvPr>
        </p:nvSpPr>
        <p:spPr bwMode="auto">
          <a:xfrm>
            <a:off x="914400" y="380999"/>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24576655" name="Google Shape;144;p22"/>
          <p:cNvSpPr txBox="1"/>
          <p:nvPr>
            <p:ph type="body" idx="1"/>
          </p:nvPr>
        </p:nvSpPr>
        <p:spPr bwMode="auto">
          <a:xfrm>
            <a:off x="914400" y="990599"/>
            <a:ext cx="10058400" cy="304799"/>
          </a:xfrm>
          <a:prstGeom prst="rect">
            <a:avLst/>
          </a:prstGeom>
          <a:noFill/>
          <a:ln>
            <a:noFill/>
          </a:ln>
        </p:spPr>
        <p:txBody>
          <a:bodyPr spcFirstLastPara="1" wrap="square" lIns="91423" tIns="45699" rIns="91423" bIns="45699" anchor="t" anchorCtr="0">
            <a:normAutofit/>
          </a:bodyPr>
          <a:lstStyle>
            <a:lvl1pPr marL="457200" lvl="0" indent="-228600" algn="l">
              <a:spcBef>
                <a:spcPts val="239"/>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458067504" name="Google Shape;145;p22"/>
          <p:cNvSpPr txBox="1"/>
          <p:nvPr>
            <p:ph type="body" idx="2"/>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lvl="0" indent="-228600" algn="l">
              <a:spcBef>
                <a:spcPts val="239"/>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738103896" name="Google Shape;146;p22"/>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8FEFC254-E3DA-BBF6-8509-46DFA7FB7DF1}" type="slidenum">
              <a:rPr lang="en"/>
              <a:t>&lt;#&gt;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2_Title and Content" preserve="0" showMasterPhAnim="0" showMasterSp="1" userDrawn="1">
  <p:cSld name="42_Title and Content">
    <p:spTree>
      <p:nvGrpSpPr>
        <p:cNvPr id="1" name=""/>
        <p:cNvGrpSpPr/>
        <p:nvPr/>
      </p:nvGrpSpPr>
      <p:grpSpPr bwMode="auto">
        <a:xfrm>
          <a:off x="0" y="0"/>
          <a:ext cx="0" cy="0"/>
          <a:chOff x="0" y="0"/>
          <a:chExt cx="0" cy="0"/>
        </a:xfrm>
      </p:grpSpPr>
      <p:sp>
        <p:nvSpPr>
          <p:cNvPr id="2039083877" name="Google Shape;148;p23"/>
          <p:cNvSpPr txBox="1"/>
          <p:nvPr>
            <p:ph type="title"/>
          </p:nvPr>
        </p:nvSpPr>
        <p:spPr bwMode="auto">
          <a:xfrm>
            <a:off x="914400" y="380999"/>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28856704" name="Google Shape;149;p23"/>
          <p:cNvSpPr txBox="1"/>
          <p:nvPr>
            <p:ph type="body" idx="1"/>
          </p:nvPr>
        </p:nvSpPr>
        <p:spPr bwMode="auto">
          <a:xfrm>
            <a:off x="914400" y="990599"/>
            <a:ext cx="10058400" cy="304799"/>
          </a:xfrm>
          <a:prstGeom prst="rect">
            <a:avLst/>
          </a:prstGeom>
          <a:noFill/>
          <a:ln>
            <a:noFill/>
          </a:ln>
        </p:spPr>
        <p:txBody>
          <a:bodyPr spcFirstLastPara="1" wrap="square" lIns="91423" tIns="45699" rIns="91423" bIns="45699" anchor="t" anchorCtr="0">
            <a:normAutofit/>
          </a:bodyPr>
          <a:lstStyle>
            <a:lvl1pPr marL="457200" lvl="0" indent="-228600" algn="l">
              <a:spcBef>
                <a:spcPts val="239"/>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587369305" name="Google Shape;150;p23"/>
          <p:cNvSpPr txBox="1"/>
          <p:nvPr>
            <p:ph type="body" idx="2"/>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lvl="0" indent="-228600" algn="l">
              <a:spcBef>
                <a:spcPts val="239"/>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920835442" name="Google Shape;151;p23"/>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838DE805-7EC3-2287-4469-B30343EDC39C}" type="slidenum">
              <a:rPr lang="en"/>
              <a:t>&lt;#&gt;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50_Title and Content" preserve="0" showMasterPhAnim="0" showMasterSp="1" userDrawn="1">
  <p:cSld name="50_Title and Content">
    <p:spTree>
      <p:nvGrpSpPr>
        <p:cNvPr id="1" name=""/>
        <p:cNvGrpSpPr/>
        <p:nvPr/>
      </p:nvGrpSpPr>
      <p:grpSpPr bwMode="auto">
        <a:xfrm>
          <a:off x="0" y="0"/>
          <a:ext cx="0" cy="0"/>
          <a:chOff x="0" y="0"/>
          <a:chExt cx="0" cy="0"/>
        </a:xfrm>
      </p:grpSpPr>
      <p:sp>
        <p:nvSpPr>
          <p:cNvPr id="1909744492" name="Google Shape;159;p25"/>
          <p:cNvSpPr txBox="1"/>
          <p:nvPr>
            <p:ph type="title"/>
          </p:nvPr>
        </p:nvSpPr>
        <p:spPr bwMode="auto">
          <a:xfrm>
            <a:off x="914400" y="380999"/>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93985314" name="Google Shape;160;p25"/>
          <p:cNvSpPr txBox="1"/>
          <p:nvPr>
            <p:ph type="body" idx="1"/>
          </p:nvPr>
        </p:nvSpPr>
        <p:spPr bwMode="auto">
          <a:xfrm>
            <a:off x="914400" y="990599"/>
            <a:ext cx="10058400" cy="304799"/>
          </a:xfrm>
          <a:prstGeom prst="rect">
            <a:avLst/>
          </a:prstGeom>
          <a:noFill/>
          <a:ln>
            <a:noFill/>
          </a:ln>
        </p:spPr>
        <p:txBody>
          <a:bodyPr spcFirstLastPara="1" wrap="square" lIns="91423" tIns="45699" rIns="91423" bIns="45699" anchor="t" anchorCtr="0">
            <a:normAutofit/>
          </a:bodyPr>
          <a:lstStyle>
            <a:lvl1pPr marL="457200" lvl="0" indent="-228600" algn="l">
              <a:spcBef>
                <a:spcPts val="239"/>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088321685" name="Google Shape;161;p25"/>
          <p:cNvSpPr txBox="1"/>
          <p:nvPr>
            <p:ph type="body" idx="2"/>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lvl="0" indent="-228600" algn="l">
              <a:spcBef>
                <a:spcPts val="239"/>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267396652" name="Google Shape;162;p25"/>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EAF8AF84-0645-B86C-AF50-7BF90B519D50}" type="slidenum">
              <a:rPr lang="en"/>
              <a:t>&lt;#&gt;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55_Title and Content" preserve="0" showMasterPhAnim="0" showMasterSp="1" userDrawn="1">
  <p:cSld name="55_Title and Content">
    <p:spTree>
      <p:nvGrpSpPr>
        <p:cNvPr id="1" name=""/>
        <p:cNvGrpSpPr/>
        <p:nvPr/>
      </p:nvGrpSpPr>
      <p:grpSpPr bwMode="auto">
        <a:xfrm>
          <a:off x="0" y="0"/>
          <a:ext cx="0" cy="0"/>
          <a:chOff x="0" y="0"/>
          <a:chExt cx="0" cy="0"/>
        </a:xfrm>
      </p:grpSpPr>
      <p:sp>
        <p:nvSpPr>
          <p:cNvPr id="1500222099" name="Google Shape;164;p26"/>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285750" algn="l">
              <a:lnSpc>
                <a:spcPct val="100000"/>
              </a:lnSpc>
              <a:spcBef>
                <a:spcPts val="0"/>
              </a:spcBef>
              <a:spcAft>
                <a:spcPts val="0"/>
              </a:spcAft>
              <a:buClr>
                <a:schemeClr val="dk1"/>
              </a:buClr>
              <a:buSzPts val="900"/>
              <a:buFont typeface="Arial"/>
              <a:buChar char="•"/>
              <a:defRPr sz="900">
                <a:solidFill>
                  <a:schemeClr val="dk1"/>
                </a:solidFill>
                <a:latin typeface="Lucida Sans"/>
                <a:ea typeface="Lucida Sans"/>
                <a:cs typeface="Lucida Sans"/>
              </a:defRPr>
            </a:lvl1pPr>
            <a:lvl2pPr marL="914400" lvl="1" indent="-285750" algn="l">
              <a:spcBef>
                <a:spcPts val="0"/>
              </a:spcBef>
              <a:spcAft>
                <a:spcPts val="0"/>
              </a:spcAft>
              <a:buClr>
                <a:schemeClr val="dk1"/>
              </a:buClr>
              <a:buSzPts val="900"/>
              <a:buChar char="–"/>
              <a:defRPr sz="900">
                <a:latin typeface="Lucida Sans"/>
                <a:ea typeface="Lucida Sans"/>
                <a:cs typeface="Lucida Sans"/>
              </a:defRPr>
            </a:lvl2pPr>
            <a:lvl3pPr marL="1371600" lvl="2" indent="-285750" algn="l">
              <a:spcBef>
                <a:spcPts val="0"/>
              </a:spcBef>
              <a:spcAft>
                <a:spcPts val="0"/>
              </a:spcAft>
              <a:buClr>
                <a:schemeClr val="dk1"/>
              </a:buClr>
              <a:buSzPts val="900"/>
              <a:buFont typeface="Noto Sans Symbols"/>
              <a:buChar char="⮚"/>
              <a:defRPr sz="900">
                <a:latin typeface="Lucida Sans"/>
                <a:ea typeface="Lucida Sans"/>
                <a:cs typeface="Lucida Sans"/>
              </a:defRPr>
            </a:lvl3pPr>
            <a:lvl4pPr marL="1828800" lvl="3" indent="-285750" algn="l">
              <a:spcBef>
                <a:spcPts val="0"/>
              </a:spcBef>
              <a:spcAft>
                <a:spcPts val="0"/>
              </a:spcAft>
              <a:buClr>
                <a:schemeClr val="dk1"/>
              </a:buClr>
              <a:buSzPts val="900"/>
              <a:buFont typeface="Noto Sans Symbols"/>
              <a:buChar char="▪"/>
              <a:defRPr sz="9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667433251" name="Google Shape;165;p26"/>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350"/>
              <a:buFont typeface="Lucida Sans"/>
              <a:buNone/>
              <a:defRPr sz="135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35677010" name="Google Shape;166;p26"/>
          <p:cNvSpPr txBox="1"/>
          <p:nvPr>
            <p:ph type="body" idx="2"/>
          </p:nvPr>
        </p:nvSpPr>
        <p:spPr bwMode="auto">
          <a:xfrm>
            <a:off x="914400" y="990599"/>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179"/>
              </a:spcBef>
              <a:spcAft>
                <a:spcPts val="0"/>
              </a:spcAft>
              <a:buClr>
                <a:schemeClr val="dk1"/>
              </a:buClr>
              <a:buSzPts val="900"/>
              <a:buFont typeface="Arial"/>
              <a:buNone/>
              <a:defRPr sz="900" b="1">
                <a:solidFill>
                  <a:schemeClr val="dk1"/>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102666479" name="Google Shape;167;p26"/>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3B27938-F9DE-BF80-1593-D16DFD716446}" type="slidenum">
              <a:rPr lang="en"/>
              <a:t>&lt;#&gt;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59_Title and Content" preserve="0" showMasterPhAnim="0" showMasterSp="1" userDrawn="1">
  <p:cSld name="59_Title and Content">
    <p:spTree>
      <p:nvGrpSpPr>
        <p:cNvPr id="1" name=""/>
        <p:cNvGrpSpPr/>
        <p:nvPr/>
      </p:nvGrpSpPr>
      <p:grpSpPr bwMode="auto">
        <a:xfrm>
          <a:off x="0" y="0"/>
          <a:ext cx="0" cy="0"/>
          <a:chOff x="0" y="0"/>
          <a:chExt cx="0" cy="0"/>
        </a:xfrm>
      </p:grpSpPr>
      <p:sp>
        <p:nvSpPr>
          <p:cNvPr id="1188212611" name="Google Shape;169;p27"/>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554521686" name="Google Shape;170;p27"/>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35629193" name="Google Shape;171;p27"/>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478256441" name="Google Shape;172;p27"/>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4F7F86AE-597F-93FF-F255-63247CF74CAD}" type="slidenum">
              <a:rPr lang="en"/>
              <a:t>&lt;#&gt;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60_Title and Content" preserve="0" showMasterPhAnim="0" showMasterSp="1" userDrawn="1">
  <p:cSld name="60_Title and Content">
    <p:spTree>
      <p:nvGrpSpPr>
        <p:cNvPr id="1" name=""/>
        <p:cNvGrpSpPr/>
        <p:nvPr/>
      </p:nvGrpSpPr>
      <p:grpSpPr bwMode="auto">
        <a:xfrm>
          <a:off x="0" y="0"/>
          <a:ext cx="0" cy="0"/>
          <a:chOff x="0" y="0"/>
          <a:chExt cx="0" cy="0"/>
        </a:xfrm>
      </p:grpSpPr>
      <p:sp>
        <p:nvSpPr>
          <p:cNvPr id="465439841" name="Google Shape;174;p28"/>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838800782" name="Google Shape;175;p28"/>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74653488" name="Google Shape;176;p28"/>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585668840" name="Google Shape;177;p28"/>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418B5C5F-92E7-F735-85C0-62E07EFE4D07}" type="slidenum">
              <a:rPr lang="en"/>
              <a:t>&lt;#&gt;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61_Title and Content" preserve="0" showMasterPhAnim="0" showMasterSp="1" userDrawn="1">
  <p:cSld name="61_Title and Content">
    <p:spTree>
      <p:nvGrpSpPr>
        <p:cNvPr id="1" name=""/>
        <p:cNvGrpSpPr/>
        <p:nvPr/>
      </p:nvGrpSpPr>
      <p:grpSpPr bwMode="auto">
        <a:xfrm>
          <a:off x="0" y="0"/>
          <a:ext cx="0" cy="0"/>
          <a:chOff x="0" y="0"/>
          <a:chExt cx="0" cy="0"/>
        </a:xfrm>
      </p:grpSpPr>
      <p:sp>
        <p:nvSpPr>
          <p:cNvPr id="800281845" name="Google Shape;179;p29"/>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394490069" name="Google Shape;180;p29"/>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28709504" name="Google Shape;181;p29"/>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572481281" name="Google Shape;182;p29"/>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C6CF3AFE-D1B0-423F-DCD7-626B1D3E1D8C}" type="slidenum">
              <a:rPr lang="en"/>
              <a:t>&lt;#&gt;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62_Title and Content" preserve="0" showMasterPhAnim="0" showMasterSp="1" userDrawn="1">
  <p:cSld name="62_Title and Content">
    <p:spTree>
      <p:nvGrpSpPr>
        <p:cNvPr id="1" name=""/>
        <p:cNvGrpSpPr/>
        <p:nvPr/>
      </p:nvGrpSpPr>
      <p:grpSpPr bwMode="auto">
        <a:xfrm>
          <a:off x="0" y="0"/>
          <a:ext cx="0" cy="0"/>
          <a:chOff x="0" y="0"/>
          <a:chExt cx="0" cy="0"/>
        </a:xfrm>
      </p:grpSpPr>
      <p:sp>
        <p:nvSpPr>
          <p:cNvPr id="32247715" name="Google Shape;184;p30"/>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843004134" name="Google Shape;185;p30"/>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36733452" name="Google Shape;186;p30"/>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198802016" name="Google Shape;187;p30"/>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497C4C2F-0A43-EE9E-B051-253723FCD80D}" type="slidenum">
              <a:rPr lang="en"/>
              <a:t>&lt;#&gt;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7_Title and Content" preserve="0" showMasterPhAnim="0" showMasterSp="1" userDrawn="1">
  <p:cSld name="7_Title and Content">
    <p:spTree>
      <p:nvGrpSpPr>
        <p:cNvPr id="1" name=""/>
        <p:cNvGrpSpPr/>
        <p:nvPr/>
      </p:nvGrpSpPr>
      <p:grpSpPr bwMode="auto">
        <a:xfrm>
          <a:off x="0" y="0"/>
          <a:ext cx="0" cy="0"/>
          <a:chOff x="0" y="0"/>
          <a:chExt cx="0" cy="0"/>
        </a:xfrm>
      </p:grpSpPr>
      <p:sp>
        <p:nvSpPr>
          <p:cNvPr id="558956025" name="Google Shape;189;p31"/>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429590784" name="Google Shape;190;p31"/>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76673945" name="Google Shape;191;p31"/>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718363518" name="Google Shape;192;p31"/>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66CBD50-FDF2-E833-9FEA-94026CEB05F6}" type="slidenum">
              <a:rPr lang="en"/>
              <a:t>&lt;#&gt;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8_Title and Content" preserve="0" showMasterPhAnim="0" showMasterSp="1" userDrawn="1">
  <p:cSld name="8_Title and Content">
    <p:spTree>
      <p:nvGrpSpPr>
        <p:cNvPr id="1" name=""/>
        <p:cNvGrpSpPr/>
        <p:nvPr/>
      </p:nvGrpSpPr>
      <p:grpSpPr bwMode="auto">
        <a:xfrm>
          <a:off x="0" y="0"/>
          <a:ext cx="0" cy="0"/>
          <a:chOff x="0" y="0"/>
          <a:chExt cx="0" cy="0"/>
        </a:xfrm>
      </p:grpSpPr>
      <p:sp>
        <p:nvSpPr>
          <p:cNvPr id="1881621447" name="Google Shape;194;p32"/>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003056416" name="Google Shape;195;p32"/>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76762831" name="Google Shape;196;p32"/>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545388408" name="Google Shape;197;p32"/>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C28A44B2-9742-0282-313F-900A023B8D0F}" type="slidenum">
              <a:rPr lang="en"/>
              <a:t>&lt;#&gt;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9_Title and Content" preserve="0" showMasterPhAnim="0" showMasterSp="1" userDrawn="1">
  <p:cSld name="9_Title and Content">
    <p:spTree>
      <p:nvGrpSpPr>
        <p:cNvPr id="1" name=""/>
        <p:cNvGrpSpPr/>
        <p:nvPr/>
      </p:nvGrpSpPr>
      <p:grpSpPr bwMode="auto">
        <a:xfrm>
          <a:off x="0" y="0"/>
          <a:ext cx="0" cy="0"/>
          <a:chOff x="0" y="0"/>
          <a:chExt cx="0" cy="0"/>
        </a:xfrm>
      </p:grpSpPr>
      <p:sp>
        <p:nvSpPr>
          <p:cNvPr id="1631504079" name="Google Shape;199;p33"/>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408145208" name="Google Shape;200;p33"/>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89619512" name="Google Shape;201;p33"/>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156622766" name="Google Shape;202;p33"/>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8E789509-307A-A0AA-CA64-F44AE36B08F4}" type="slidenum">
              <a:rPr lang="en"/>
              <a:t>&lt;#&gt;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0_Title and Content" preserve="0" showMasterPhAnim="0" showMasterSp="1" userDrawn="1">
  <p:cSld name="10_Title and Content">
    <p:spTree>
      <p:nvGrpSpPr>
        <p:cNvPr id="1" name=""/>
        <p:cNvGrpSpPr/>
        <p:nvPr/>
      </p:nvGrpSpPr>
      <p:grpSpPr bwMode="auto">
        <a:xfrm>
          <a:off x="0" y="0"/>
          <a:ext cx="0" cy="0"/>
          <a:chOff x="0" y="0"/>
          <a:chExt cx="0" cy="0"/>
        </a:xfrm>
      </p:grpSpPr>
      <p:sp>
        <p:nvSpPr>
          <p:cNvPr id="1884134989" name="Google Shape;204;p34"/>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546675930" name="Google Shape;205;p34"/>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49196223" name="Google Shape;206;p34"/>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030357959" name="Google Shape;207;p34"/>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92337FFB-35F7-0E3A-137F-73003171FB56}" type="slidenum">
              <a:rPr lang="en"/>
              <a:t>&lt;#&gt;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1_Title and Content" preserve="0" showMasterPhAnim="0" showMasterSp="1" userDrawn="1">
  <p:cSld name="11_Title and Content">
    <p:spTree>
      <p:nvGrpSpPr>
        <p:cNvPr id="1" name=""/>
        <p:cNvGrpSpPr/>
        <p:nvPr/>
      </p:nvGrpSpPr>
      <p:grpSpPr bwMode="auto">
        <a:xfrm>
          <a:off x="0" y="0"/>
          <a:ext cx="0" cy="0"/>
          <a:chOff x="0" y="0"/>
          <a:chExt cx="0" cy="0"/>
        </a:xfrm>
      </p:grpSpPr>
      <p:sp>
        <p:nvSpPr>
          <p:cNvPr id="1561410349" name="Google Shape;209;p35"/>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029144382" name="Google Shape;210;p35"/>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89799342" name="Google Shape;211;p35"/>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937279159" name="Google Shape;212;p35"/>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454564A6-790F-796E-997A-039CC2FA557F}" type="slidenum">
              <a:rPr lang="en"/>
              <a:t>&lt;#&gt;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2_Title and Content" preserve="0" showMasterPhAnim="0" showMasterSp="1" userDrawn="1">
  <p:cSld name="12_Title and Content">
    <p:spTree>
      <p:nvGrpSpPr>
        <p:cNvPr id="1" name=""/>
        <p:cNvGrpSpPr/>
        <p:nvPr/>
      </p:nvGrpSpPr>
      <p:grpSpPr bwMode="auto">
        <a:xfrm>
          <a:off x="0" y="0"/>
          <a:ext cx="0" cy="0"/>
          <a:chOff x="0" y="0"/>
          <a:chExt cx="0" cy="0"/>
        </a:xfrm>
      </p:grpSpPr>
      <p:sp>
        <p:nvSpPr>
          <p:cNvPr id="1043129748" name="Google Shape;214;p36"/>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984281314" name="Google Shape;215;p36"/>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33908925" name="Google Shape;216;p36"/>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23113546" name="Google Shape;217;p36"/>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A731F16D-05C3-838F-46D3-E69C54C59CE8}" type="slidenum">
              <a:rPr lang="en"/>
              <a:t>&lt;#&gt;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5_Title and Content" preserve="0" showMasterPhAnim="0" showMasterSp="1" userDrawn="1">
  <p:cSld name="15_Title and Content">
    <p:spTree>
      <p:nvGrpSpPr>
        <p:cNvPr id="1" name=""/>
        <p:cNvGrpSpPr/>
        <p:nvPr/>
      </p:nvGrpSpPr>
      <p:grpSpPr bwMode="auto">
        <a:xfrm>
          <a:off x="0" y="0"/>
          <a:ext cx="0" cy="0"/>
          <a:chOff x="0" y="0"/>
          <a:chExt cx="0" cy="0"/>
        </a:xfrm>
      </p:grpSpPr>
      <p:sp>
        <p:nvSpPr>
          <p:cNvPr id="56244131" name="Google Shape;219;p37"/>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25680149" name="Google Shape;220;p37"/>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36573749" name="Google Shape;221;p37"/>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760065014" name="Google Shape;222;p37"/>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86745913-93A2-9804-7FFA-5EB2E7BEA2F4}" type="slidenum">
              <a:rPr lang="en"/>
              <a:t>&lt;#&gt;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6_Title and Content" preserve="0" showMasterPhAnim="0" showMasterSp="1" userDrawn="1">
  <p:cSld name="16_Title and Content">
    <p:spTree>
      <p:nvGrpSpPr>
        <p:cNvPr id="1" name=""/>
        <p:cNvGrpSpPr/>
        <p:nvPr/>
      </p:nvGrpSpPr>
      <p:grpSpPr bwMode="auto">
        <a:xfrm>
          <a:off x="0" y="0"/>
          <a:ext cx="0" cy="0"/>
          <a:chOff x="0" y="0"/>
          <a:chExt cx="0" cy="0"/>
        </a:xfrm>
      </p:grpSpPr>
      <p:sp>
        <p:nvSpPr>
          <p:cNvPr id="260955889" name="Google Shape;224;p38"/>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938238562" name="Google Shape;225;p38"/>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97473965" name="Google Shape;226;p38"/>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03150469" name="Google Shape;227;p38"/>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6260FC28-1DA9-2727-B663-F3B26D505159}" type="slidenum">
              <a:rPr lang="en"/>
              <a:t>&lt;#&gt;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7_Title and Content" preserve="0" showMasterPhAnim="0" showMasterSp="1" userDrawn="1">
  <p:cSld name="17_Title and Content">
    <p:spTree>
      <p:nvGrpSpPr>
        <p:cNvPr id="1" name=""/>
        <p:cNvGrpSpPr/>
        <p:nvPr/>
      </p:nvGrpSpPr>
      <p:grpSpPr bwMode="auto">
        <a:xfrm>
          <a:off x="0" y="0"/>
          <a:ext cx="0" cy="0"/>
          <a:chOff x="0" y="0"/>
          <a:chExt cx="0" cy="0"/>
        </a:xfrm>
      </p:grpSpPr>
      <p:sp>
        <p:nvSpPr>
          <p:cNvPr id="767033167" name="Google Shape;229;p39"/>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189176375" name="Google Shape;230;p39"/>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10097335" name="Google Shape;231;p39"/>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538786397" name="Google Shape;232;p39"/>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FD1CC79B-1CF0-51F7-7271-8508510DCC20}" type="slidenum">
              <a:rPr lang="en"/>
              <a:t>&lt;#&gt;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8_Title and Content" preserve="0" showMasterPhAnim="0" showMasterSp="1" userDrawn="1">
  <p:cSld name="18_Title and Content">
    <p:spTree>
      <p:nvGrpSpPr>
        <p:cNvPr id="1" name=""/>
        <p:cNvGrpSpPr/>
        <p:nvPr/>
      </p:nvGrpSpPr>
      <p:grpSpPr bwMode="auto">
        <a:xfrm>
          <a:off x="0" y="0"/>
          <a:ext cx="0" cy="0"/>
          <a:chOff x="0" y="0"/>
          <a:chExt cx="0" cy="0"/>
        </a:xfrm>
      </p:grpSpPr>
      <p:sp>
        <p:nvSpPr>
          <p:cNvPr id="892157694" name="Google Shape;234;p40"/>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31656276" name="Google Shape;235;p40"/>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49585234" name="Google Shape;236;p40"/>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746030970" name="Google Shape;237;p40"/>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1A5310BE-3ACE-B8CB-E046-0D4FA6635024}" type="slidenum">
              <a:rPr lang="en"/>
              <a:t>&lt;#&gt;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9_Title and Content" preserve="0" showMasterPhAnim="0" showMasterSp="1" userDrawn="1">
  <p:cSld name="19_Title and Content">
    <p:spTree>
      <p:nvGrpSpPr>
        <p:cNvPr id="1" name=""/>
        <p:cNvGrpSpPr/>
        <p:nvPr/>
      </p:nvGrpSpPr>
      <p:grpSpPr bwMode="auto">
        <a:xfrm>
          <a:off x="0" y="0"/>
          <a:ext cx="0" cy="0"/>
          <a:chOff x="0" y="0"/>
          <a:chExt cx="0" cy="0"/>
        </a:xfrm>
      </p:grpSpPr>
      <p:sp>
        <p:nvSpPr>
          <p:cNvPr id="1270923029" name="Google Shape;239;p41"/>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25879288" name="Google Shape;240;p41"/>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70681952" name="Google Shape;241;p41"/>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753101453" name="Google Shape;242;p41"/>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3CA35E4F-CA34-13E6-82F7-9042FB82F357}" type="slidenum">
              <a:rPr lang="en"/>
              <a:t>&lt;#&gt;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0_Title and Content" preserve="0" showMasterPhAnim="0" showMasterSp="1" userDrawn="1">
  <p:cSld name="20_Title and Content">
    <p:spTree>
      <p:nvGrpSpPr>
        <p:cNvPr id="1" name=""/>
        <p:cNvGrpSpPr/>
        <p:nvPr/>
      </p:nvGrpSpPr>
      <p:grpSpPr bwMode="auto">
        <a:xfrm>
          <a:off x="0" y="0"/>
          <a:ext cx="0" cy="0"/>
          <a:chOff x="0" y="0"/>
          <a:chExt cx="0" cy="0"/>
        </a:xfrm>
      </p:grpSpPr>
      <p:sp>
        <p:nvSpPr>
          <p:cNvPr id="88236475" name="Google Shape;244;p42"/>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690320828" name="Google Shape;245;p42"/>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68233876" name="Google Shape;246;p42"/>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431779124" name="Google Shape;247;p42"/>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E032099A-F587-B8AA-F477-54D232E420A5}" type="slidenum">
              <a:rPr lang="en"/>
              <a:t>&lt;#&gt;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1_Title and Content" preserve="0" showMasterPhAnim="0" showMasterSp="1" userDrawn="1">
  <p:cSld name="21_Title and Content">
    <p:spTree>
      <p:nvGrpSpPr>
        <p:cNvPr id="1" name=""/>
        <p:cNvGrpSpPr/>
        <p:nvPr/>
      </p:nvGrpSpPr>
      <p:grpSpPr bwMode="auto">
        <a:xfrm>
          <a:off x="0" y="0"/>
          <a:ext cx="0" cy="0"/>
          <a:chOff x="0" y="0"/>
          <a:chExt cx="0" cy="0"/>
        </a:xfrm>
      </p:grpSpPr>
      <p:sp>
        <p:nvSpPr>
          <p:cNvPr id="542821858" name="Google Shape;249;p43"/>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2096421827" name="Google Shape;250;p43"/>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41751284" name="Google Shape;251;p43"/>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68966809" name="Google Shape;252;p43"/>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371B26EE-DBC8-F969-31FA-75C2FE540B86}" type="slidenum">
              <a:rPr lang="en"/>
              <a:t>&lt;#&gt;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2_Title and Content" preserve="0" showMasterPhAnim="0" showMasterSp="1" userDrawn="1">
  <p:cSld name="22_Title and Content">
    <p:spTree>
      <p:nvGrpSpPr>
        <p:cNvPr id="1" name=""/>
        <p:cNvGrpSpPr/>
        <p:nvPr/>
      </p:nvGrpSpPr>
      <p:grpSpPr bwMode="auto">
        <a:xfrm>
          <a:off x="0" y="0"/>
          <a:ext cx="0" cy="0"/>
          <a:chOff x="0" y="0"/>
          <a:chExt cx="0" cy="0"/>
        </a:xfrm>
      </p:grpSpPr>
      <p:sp>
        <p:nvSpPr>
          <p:cNvPr id="407714335" name="Google Shape;254;p44"/>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520827198" name="Google Shape;255;p44"/>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62012621" name="Google Shape;256;p44"/>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767843480" name="Google Shape;257;p44"/>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7278DCE4-3FE7-2CBB-B208-4BBFE43BB6FE}" type="slidenum">
              <a:rPr lang="en"/>
              <a:t>&lt;#&gt;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3_Title and Content" preserve="0" showMasterPhAnim="0" showMasterSp="1" userDrawn="1">
  <p:cSld name="23_Title and Content">
    <p:spTree>
      <p:nvGrpSpPr>
        <p:cNvPr id="1" name=""/>
        <p:cNvGrpSpPr/>
        <p:nvPr/>
      </p:nvGrpSpPr>
      <p:grpSpPr bwMode="auto">
        <a:xfrm>
          <a:off x="0" y="0"/>
          <a:ext cx="0" cy="0"/>
          <a:chOff x="0" y="0"/>
          <a:chExt cx="0" cy="0"/>
        </a:xfrm>
      </p:grpSpPr>
      <p:sp>
        <p:nvSpPr>
          <p:cNvPr id="996535234" name="Google Shape;259;p45"/>
          <p:cNvSpPr txBox="1"/>
          <p:nvPr>
            <p:ph type="body" idx="1"/>
          </p:nvPr>
        </p:nvSpPr>
        <p:spPr bwMode="auto">
          <a:xfrm>
            <a:off x="914400" y="1387810"/>
            <a:ext cx="10058400" cy="4572000"/>
          </a:xfrm>
          <a:prstGeom prst="rect">
            <a:avLst/>
          </a:prstGeom>
          <a:noFill/>
          <a:ln>
            <a:noFill/>
          </a:ln>
        </p:spPr>
        <p:txBody>
          <a:bodyPr spcFirstLastPara="1" wrap="square" lIns="91423" tIns="45699" rIns="91423" bIns="45699" anchor="t" anchorCtr="0">
            <a:normAutofit/>
          </a:bodyPr>
          <a:lstStyle>
            <a:lvl1pPr marL="457200" marR="0" lvl="0" indent="-304799"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799" algn="l">
              <a:spcBef>
                <a:spcPts val="0"/>
              </a:spcBef>
              <a:spcAft>
                <a:spcPts val="0"/>
              </a:spcAft>
              <a:buClr>
                <a:schemeClr val="dk1"/>
              </a:buClr>
              <a:buSzPts val="1200"/>
              <a:buChar char="–"/>
              <a:defRPr sz="1200">
                <a:latin typeface="Lucida Sans"/>
                <a:ea typeface="Lucida Sans"/>
                <a:cs typeface="Lucida Sans"/>
              </a:defRPr>
            </a:lvl2pPr>
            <a:lvl3pPr marL="1371600" lvl="2" indent="-304799"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799"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199203119" name="Google Shape;260;p45"/>
          <p:cNvSpPr txBox="1"/>
          <p:nvPr>
            <p:ph type="title"/>
          </p:nvPr>
        </p:nvSpPr>
        <p:spPr bwMode="auto">
          <a:xfrm>
            <a:off x="914400" y="188640"/>
            <a:ext cx="10058400" cy="609599"/>
          </a:xfrm>
          <a:prstGeom prst="rect">
            <a:avLst/>
          </a:prstGeom>
          <a:noFill/>
          <a:ln>
            <a:noFill/>
          </a:ln>
        </p:spPr>
        <p:txBody>
          <a:bodyPr spcFirstLastPara="1" wrap="square" lIns="91423" tIns="45699" rIns="91423" bIns="45699"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43672527" name="Google Shape;261;p45"/>
          <p:cNvSpPr txBox="1"/>
          <p:nvPr>
            <p:ph type="body" idx="2"/>
          </p:nvPr>
        </p:nvSpPr>
        <p:spPr bwMode="auto">
          <a:xfrm>
            <a:off x="914400" y="1052735"/>
            <a:ext cx="10058400" cy="304799"/>
          </a:xfrm>
          <a:prstGeom prst="rect">
            <a:avLst/>
          </a:prstGeom>
          <a:noFill/>
          <a:ln>
            <a:noFill/>
          </a:ln>
        </p:spPr>
        <p:txBody>
          <a:bodyPr spcFirstLastPara="1" wrap="square" lIns="91423" tIns="45699" rIns="91423" bIns="45699" anchor="t" anchorCtr="0">
            <a:normAutofit/>
          </a:bodyPr>
          <a:lstStyle>
            <a:lvl1pPr marL="457200" marR="0" lvl="0" indent="-228600" algn="l">
              <a:lnSpc>
                <a:spcPct val="100000"/>
              </a:lnSpc>
              <a:spcBef>
                <a:spcPts val="239"/>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59"/>
              </a:spcBef>
              <a:spcAft>
                <a:spcPts val="0"/>
              </a:spcAft>
              <a:buClr>
                <a:schemeClr val="dk1"/>
              </a:buClr>
              <a:buSzPts val="1800"/>
              <a:buChar char="–"/>
              <a:defRPr/>
            </a:lvl2pPr>
            <a:lvl3pPr marL="1371600" lvl="2" indent="-342900" algn="l">
              <a:spcBef>
                <a:spcPts val="359"/>
              </a:spcBef>
              <a:spcAft>
                <a:spcPts val="0"/>
              </a:spcAft>
              <a:buClr>
                <a:schemeClr val="dk1"/>
              </a:buClr>
              <a:buSzPts val="1800"/>
              <a:buChar char="•"/>
              <a:defRPr/>
            </a:lvl3pPr>
            <a:lvl4pPr marL="1828800" lvl="3" indent="-342900" algn="l">
              <a:spcBef>
                <a:spcPts val="359"/>
              </a:spcBef>
              <a:spcAft>
                <a:spcPts val="0"/>
              </a:spcAft>
              <a:buClr>
                <a:schemeClr val="dk1"/>
              </a:buClr>
              <a:buSzPts val="1800"/>
              <a:buChar char="–"/>
              <a:defRPr/>
            </a:lvl4pPr>
            <a:lvl5pPr marL="2286000" lvl="4" indent="-342900" algn="l">
              <a:spcBef>
                <a:spcPts val="359"/>
              </a:spcBef>
              <a:spcAft>
                <a:spcPts val="0"/>
              </a:spcAft>
              <a:buClr>
                <a:schemeClr val="dk1"/>
              </a:buClr>
              <a:buSzPts val="1800"/>
              <a:buChar char="»"/>
              <a:defRPr/>
            </a:lvl5pPr>
            <a:lvl6pPr marL="2743200" lvl="5" indent="-342900" algn="l">
              <a:spcBef>
                <a:spcPts val="359"/>
              </a:spcBef>
              <a:spcAft>
                <a:spcPts val="0"/>
              </a:spcAft>
              <a:buClr>
                <a:schemeClr val="dk1"/>
              </a:buClr>
              <a:buSzPts val="1800"/>
              <a:buChar char="•"/>
              <a:defRPr/>
            </a:lvl6pPr>
            <a:lvl7pPr marL="3200400" lvl="6" indent="-342900" algn="l">
              <a:spcBef>
                <a:spcPts val="359"/>
              </a:spcBef>
              <a:spcAft>
                <a:spcPts val="0"/>
              </a:spcAft>
              <a:buClr>
                <a:schemeClr val="dk1"/>
              </a:buClr>
              <a:buSzPts val="1800"/>
              <a:buChar char="•"/>
              <a:defRPr/>
            </a:lvl7pPr>
            <a:lvl8pPr marL="3657600" lvl="7" indent="-342900" algn="l">
              <a:spcBef>
                <a:spcPts val="359"/>
              </a:spcBef>
              <a:spcAft>
                <a:spcPts val="0"/>
              </a:spcAft>
              <a:buClr>
                <a:schemeClr val="dk1"/>
              </a:buClr>
              <a:buSzPts val="1800"/>
              <a:buChar char="•"/>
              <a:defRPr/>
            </a:lvl8pPr>
            <a:lvl9pPr marL="4114800" lvl="8" indent="-342900" algn="l">
              <a:spcBef>
                <a:spcPts val="359"/>
              </a:spcBef>
              <a:spcAft>
                <a:spcPts val="0"/>
              </a:spcAft>
              <a:buClr>
                <a:schemeClr val="dk1"/>
              </a:buClr>
              <a:buSzPts val="1800"/>
              <a:buChar char="•"/>
              <a:defRPr/>
            </a:lvl9pPr>
          </a:lstStyle>
          <a:p>
            <a:pPr>
              <a:defRPr/>
            </a:pPr>
            <a:endParaRPr/>
          </a:p>
        </p:txBody>
      </p:sp>
      <p:sp>
        <p:nvSpPr>
          <p:cNvPr id="1478936576" name="Google Shape;262;p45"/>
          <p:cNvSpPr txBox="1"/>
          <p:nvPr>
            <p:ph type="sldNum" idx="12"/>
          </p:nvPr>
        </p:nvSpPr>
        <p:spPr bwMode="auto">
          <a:xfrm>
            <a:off x="11409045" y="6333134"/>
            <a:ext cx="731599" cy="524799"/>
          </a:xfrm>
          <a:prstGeom prst="rect">
            <a:avLst/>
          </a:prstGeom>
        </p:spPr>
        <p:txBody>
          <a:bodyPr spcFirstLastPara="1" wrap="square" lIns="91423" tIns="45699" rIns="91423" bIns="45699"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D2986308-B978-5791-16F0-EC53E9C9AE3A}" type="slidenum">
              <a:rPr lang="en"/>
              <a:t>&lt;#&gt;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382433915" name="Google Shape;264;p46"/>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lvl1pPr lvl="0">
              <a:spcBef>
                <a:spcPts val="0"/>
              </a:spcBef>
              <a:spcAft>
                <a:spcPts val="0"/>
              </a:spcAft>
              <a:buSzPts val="2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17379448" name="Google Shape;265;p46"/>
          <p:cNvSpPr txBox="1"/>
          <p:nvPr>
            <p:ph type="body" idx="1"/>
          </p:nvPr>
        </p:nvSpPr>
        <p:spPr bwMode="auto">
          <a:xfrm>
            <a:off x="415599" y="1536633"/>
            <a:ext cx="5333199" cy="4555199"/>
          </a:xfrm>
          <a:prstGeom prst="rect">
            <a:avLst/>
          </a:prstGeom>
        </p:spPr>
        <p:txBody>
          <a:bodyPr spcFirstLastPara="1" wrap="square" lIns="91423" tIns="45699" rIns="91423" bIns="45699" anchor="t" anchorCtr="0">
            <a:normAutofit/>
          </a:bodyPr>
          <a:lstStyle>
            <a:lvl1pPr marL="457200" lvl="0" indent="-317499">
              <a:spcBef>
                <a:spcPts val="279"/>
              </a:spcBef>
              <a:spcAft>
                <a:spcPts val="0"/>
              </a:spcAft>
              <a:buSzPts val="1400"/>
              <a:buChar char="•"/>
              <a:defRPr sz="1400"/>
            </a:lvl1pPr>
            <a:lvl2pPr marL="914400" lvl="1" indent="-304799">
              <a:spcBef>
                <a:spcPts val="259"/>
              </a:spcBef>
              <a:spcAft>
                <a:spcPts val="0"/>
              </a:spcAft>
              <a:buSzPts val="1200"/>
              <a:buChar char="–"/>
              <a:defRPr sz="1200"/>
            </a:lvl2pPr>
            <a:lvl3pPr marL="1371600" lvl="2" indent="-304799">
              <a:spcBef>
                <a:spcPts val="239"/>
              </a:spcBef>
              <a:spcAft>
                <a:spcPts val="0"/>
              </a:spcAft>
              <a:buSzPts val="1200"/>
              <a:buChar char="•"/>
              <a:defRPr sz="1200"/>
            </a:lvl3pPr>
            <a:lvl4pPr marL="1828800" lvl="3" indent="-304799">
              <a:spcBef>
                <a:spcPts val="199"/>
              </a:spcBef>
              <a:spcAft>
                <a:spcPts val="0"/>
              </a:spcAft>
              <a:buSzPts val="1200"/>
              <a:buChar char="–"/>
              <a:defRPr sz="1200"/>
            </a:lvl4pPr>
            <a:lvl5pPr marL="2286000" lvl="4" indent="-304799">
              <a:spcBef>
                <a:spcPts val="159"/>
              </a:spcBef>
              <a:spcAft>
                <a:spcPts val="0"/>
              </a:spcAft>
              <a:buSzPts val="1200"/>
              <a:buChar char="»"/>
              <a:defRPr sz="1200"/>
            </a:lvl5pPr>
            <a:lvl6pPr marL="2743200" lvl="5" indent="-304799">
              <a:spcBef>
                <a:spcPts val="398"/>
              </a:spcBef>
              <a:spcAft>
                <a:spcPts val="0"/>
              </a:spcAft>
              <a:buSzPts val="1200"/>
              <a:buChar char="•"/>
              <a:defRPr sz="1200"/>
            </a:lvl6pPr>
            <a:lvl7pPr marL="3200400" lvl="6" indent="-304799">
              <a:spcBef>
                <a:spcPts val="398"/>
              </a:spcBef>
              <a:spcAft>
                <a:spcPts val="0"/>
              </a:spcAft>
              <a:buSzPts val="1200"/>
              <a:buChar char="•"/>
              <a:defRPr sz="1200"/>
            </a:lvl7pPr>
            <a:lvl8pPr marL="3657600" lvl="7" indent="-304799">
              <a:spcBef>
                <a:spcPts val="398"/>
              </a:spcBef>
              <a:spcAft>
                <a:spcPts val="0"/>
              </a:spcAft>
              <a:buSzPts val="1200"/>
              <a:buChar char="•"/>
              <a:defRPr sz="1200"/>
            </a:lvl8pPr>
            <a:lvl9pPr marL="4114800" lvl="8" indent="-304799">
              <a:spcBef>
                <a:spcPts val="398"/>
              </a:spcBef>
              <a:spcAft>
                <a:spcPts val="0"/>
              </a:spcAft>
              <a:buSzPts val="1200"/>
              <a:buChar char="•"/>
              <a:defRPr sz="1200"/>
            </a:lvl9pPr>
          </a:lstStyle>
          <a:p>
            <a:pPr>
              <a:defRPr/>
            </a:pPr>
            <a:endParaRPr/>
          </a:p>
        </p:txBody>
      </p:sp>
      <p:sp>
        <p:nvSpPr>
          <p:cNvPr id="1417956897" name="Google Shape;266;p46"/>
          <p:cNvSpPr txBox="1"/>
          <p:nvPr>
            <p:ph type="body" idx="2"/>
          </p:nvPr>
        </p:nvSpPr>
        <p:spPr bwMode="auto">
          <a:xfrm>
            <a:off x="6443198" y="1536633"/>
            <a:ext cx="5333199" cy="4555199"/>
          </a:xfrm>
          <a:prstGeom prst="rect">
            <a:avLst/>
          </a:prstGeom>
        </p:spPr>
        <p:txBody>
          <a:bodyPr spcFirstLastPara="1" wrap="square" lIns="91423" tIns="45699" rIns="91423" bIns="45699" anchor="t" anchorCtr="0">
            <a:normAutofit/>
          </a:bodyPr>
          <a:lstStyle>
            <a:lvl1pPr marL="457200" lvl="0" indent="-317499">
              <a:spcBef>
                <a:spcPts val="279"/>
              </a:spcBef>
              <a:spcAft>
                <a:spcPts val="0"/>
              </a:spcAft>
              <a:buSzPts val="1400"/>
              <a:buChar char="•"/>
              <a:defRPr sz="1400"/>
            </a:lvl1pPr>
            <a:lvl2pPr marL="914400" lvl="1" indent="-304799">
              <a:spcBef>
                <a:spcPts val="259"/>
              </a:spcBef>
              <a:spcAft>
                <a:spcPts val="0"/>
              </a:spcAft>
              <a:buSzPts val="1200"/>
              <a:buChar char="–"/>
              <a:defRPr sz="1200"/>
            </a:lvl2pPr>
            <a:lvl3pPr marL="1371600" lvl="2" indent="-304799">
              <a:spcBef>
                <a:spcPts val="239"/>
              </a:spcBef>
              <a:spcAft>
                <a:spcPts val="0"/>
              </a:spcAft>
              <a:buSzPts val="1200"/>
              <a:buChar char="•"/>
              <a:defRPr sz="1200"/>
            </a:lvl3pPr>
            <a:lvl4pPr marL="1828800" lvl="3" indent="-304799">
              <a:spcBef>
                <a:spcPts val="199"/>
              </a:spcBef>
              <a:spcAft>
                <a:spcPts val="0"/>
              </a:spcAft>
              <a:buSzPts val="1200"/>
              <a:buChar char="–"/>
              <a:defRPr sz="1200"/>
            </a:lvl4pPr>
            <a:lvl5pPr marL="2286000" lvl="4" indent="-304799">
              <a:spcBef>
                <a:spcPts val="159"/>
              </a:spcBef>
              <a:spcAft>
                <a:spcPts val="0"/>
              </a:spcAft>
              <a:buSzPts val="1200"/>
              <a:buChar char="»"/>
              <a:defRPr sz="1200"/>
            </a:lvl5pPr>
            <a:lvl6pPr marL="2743200" lvl="5" indent="-304799">
              <a:spcBef>
                <a:spcPts val="398"/>
              </a:spcBef>
              <a:spcAft>
                <a:spcPts val="0"/>
              </a:spcAft>
              <a:buSzPts val="1200"/>
              <a:buChar char="•"/>
              <a:defRPr sz="1200"/>
            </a:lvl6pPr>
            <a:lvl7pPr marL="3200400" lvl="6" indent="-304799">
              <a:spcBef>
                <a:spcPts val="398"/>
              </a:spcBef>
              <a:spcAft>
                <a:spcPts val="0"/>
              </a:spcAft>
              <a:buSzPts val="1200"/>
              <a:buChar char="•"/>
              <a:defRPr sz="1200"/>
            </a:lvl7pPr>
            <a:lvl8pPr marL="3657600" lvl="7" indent="-304799">
              <a:spcBef>
                <a:spcPts val="398"/>
              </a:spcBef>
              <a:spcAft>
                <a:spcPts val="0"/>
              </a:spcAft>
              <a:buSzPts val="1200"/>
              <a:buChar char="•"/>
              <a:defRPr sz="1200"/>
            </a:lvl8pPr>
            <a:lvl9pPr marL="4114800" lvl="8" indent="-304799">
              <a:spcBef>
                <a:spcPts val="398"/>
              </a:spcBef>
              <a:spcAft>
                <a:spcPts val="0"/>
              </a:spcAft>
              <a:buSzPts val="1200"/>
              <a:buChar char="•"/>
              <a:defRPr sz="1200"/>
            </a:lvl9pPr>
          </a:lstStyle>
          <a:p>
            <a:pPr>
              <a:defRPr/>
            </a:pPr>
            <a:endParaRPr/>
          </a:p>
        </p:txBody>
      </p:sp>
      <p:sp>
        <p:nvSpPr>
          <p:cNvPr id="2065698160" name="Google Shape;267;p46"/>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5F34B02D-5990-66ED-57EF-B3F702DC579D}" type="slidenum">
              <a:rPr lang="en"/>
              <a:t>&lt;#&gt;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100841433" name="Google Shape;272;p48"/>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lvl1pPr lvl="0">
              <a:spcBef>
                <a:spcPts val="0"/>
              </a:spcBef>
              <a:spcAft>
                <a:spcPts val="0"/>
              </a:spcAft>
              <a:buSzPts val="2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960717648" name="Google Shape;273;p48"/>
          <p:cNvSpPr txBox="1"/>
          <p:nvPr>
            <p:ph type="body" idx="1"/>
          </p:nvPr>
        </p:nvSpPr>
        <p:spPr bwMode="auto">
          <a:xfrm>
            <a:off x="415599" y="1536633"/>
            <a:ext cx="11360799" cy="4555199"/>
          </a:xfrm>
          <a:prstGeom prst="rect">
            <a:avLst/>
          </a:prstGeom>
        </p:spPr>
        <p:txBody>
          <a:bodyPr spcFirstLastPara="1" wrap="square" lIns="91423" tIns="45699" rIns="91423" bIns="45699" anchor="t" anchorCtr="0">
            <a:normAutofit/>
          </a:bodyPr>
          <a:lstStyle>
            <a:lvl1pPr marL="457200" lvl="0" indent="-342900">
              <a:spcBef>
                <a:spcPts val="279"/>
              </a:spcBef>
              <a:spcAft>
                <a:spcPts val="0"/>
              </a:spcAft>
              <a:buSzPts val="1800"/>
              <a:buChar char="•"/>
              <a:defRPr/>
            </a:lvl1pPr>
            <a:lvl2pPr marL="914400" lvl="1" indent="-330199">
              <a:spcBef>
                <a:spcPts val="259"/>
              </a:spcBef>
              <a:spcAft>
                <a:spcPts val="0"/>
              </a:spcAft>
              <a:buSzPts val="1600"/>
              <a:buChar char="–"/>
              <a:defRPr/>
            </a:lvl2pPr>
            <a:lvl3pPr marL="1371600" lvl="2" indent="-317499">
              <a:spcBef>
                <a:spcPts val="239"/>
              </a:spcBef>
              <a:spcAft>
                <a:spcPts val="0"/>
              </a:spcAft>
              <a:buSzPts val="1400"/>
              <a:buChar char="•"/>
              <a:defRPr/>
            </a:lvl3pPr>
            <a:lvl4pPr marL="1828800" lvl="3" indent="-304799">
              <a:spcBef>
                <a:spcPts val="199"/>
              </a:spcBef>
              <a:spcAft>
                <a:spcPts val="0"/>
              </a:spcAft>
              <a:buSzPts val="1200"/>
              <a:buChar char="–"/>
              <a:defRPr/>
            </a:lvl4pPr>
            <a:lvl5pPr marL="2286000" lvl="4" indent="-292099">
              <a:spcBef>
                <a:spcPts val="159"/>
              </a:spcBef>
              <a:spcAft>
                <a:spcPts val="0"/>
              </a:spcAft>
              <a:buSzPts val="1000"/>
              <a:buChar char="»"/>
              <a:defRPr/>
            </a:lvl5pPr>
            <a:lvl6pPr marL="2743200" lvl="5" indent="-292099">
              <a:spcBef>
                <a:spcPts val="398"/>
              </a:spcBef>
              <a:spcAft>
                <a:spcPts val="0"/>
              </a:spcAft>
              <a:buSzPts val="1000"/>
              <a:buChar char="•"/>
              <a:defRPr/>
            </a:lvl6pPr>
            <a:lvl7pPr marL="3200400" lvl="6" indent="-292099">
              <a:spcBef>
                <a:spcPts val="398"/>
              </a:spcBef>
              <a:spcAft>
                <a:spcPts val="0"/>
              </a:spcAft>
              <a:buSzPts val="1000"/>
              <a:buChar char="•"/>
              <a:defRPr/>
            </a:lvl7pPr>
            <a:lvl8pPr marL="3657600" lvl="7" indent="-292099">
              <a:spcBef>
                <a:spcPts val="398"/>
              </a:spcBef>
              <a:spcAft>
                <a:spcPts val="0"/>
              </a:spcAft>
              <a:buSzPts val="1000"/>
              <a:buChar char="•"/>
              <a:defRPr/>
            </a:lvl8pPr>
            <a:lvl9pPr marL="4114800" lvl="8" indent="-292099">
              <a:spcBef>
                <a:spcPts val="398"/>
              </a:spcBef>
              <a:spcAft>
                <a:spcPts val="0"/>
              </a:spcAft>
              <a:buSzPts val="1000"/>
              <a:buChar char="•"/>
              <a:defRPr/>
            </a:lvl9pPr>
          </a:lstStyle>
          <a:p>
            <a:pPr>
              <a:defRPr/>
            </a:pPr>
            <a:endParaRPr/>
          </a:p>
        </p:txBody>
      </p:sp>
      <p:sp>
        <p:nvSpPr>
          <p:cNvPr id="718621886" name="Google Shape;274;p48"/>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6EFF48A2-63F1-9A1B-22F1-CDA7D6748C4F}" type="slidenum">
              <a:rPr lang="en"/>
              <a:t>56</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368109861" name="Google Shape;278;p50"/>
          <p:cNvSpPr txBox="1"/>
          <p:nvPr>
            <p:ph type="title"/>
          </p:nvPr>
        </p:nvSpPr>
        <p:spPr bwMode="auto">
          <a:xfrm>
            <a:off x="415599" y="2867799"/>
            <a:ext cx="11360799" cy="1122399"/>
          </a:xfrm>
          <a:prstGeom prst="rect">
            <a:avLst/>
          </a:prstGeom>
        </p:spPr>
        <p:txBody>
          <a:bodyPr spcFirstLastPara="1" wrap="square" lIns="91423" tIns="45699" rIns="91423" bIns="45699"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126900119" name="Google Shape;279;p50"/>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A4117040-48FC-DF14-151D-420AAFC8BEB1}" type="slidenum">
              <a:rPr lang="en"/>
              <a:t>&lt;#&gt;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 Id="rId4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1159072900" name="Google Shape;6;p1"/>
          <p:cNvSpPr txBox="1"/>
          <p:nvPr>
            <p:ph type="title"/>
          </p:nvPr>
        </p:nvSpPr>
        <p:spPr bwMode="auto">
          <a:xfrm>
            <a:off x="346968" y="459466"/>
            <a:ext cx="11375199" cy="1098000"/>
          </a:xfrm>
          <a:prstGeom prst="rect">
            <a:avLst/>
          </a:prstGeom>
          <a:noFill/>
          <a:ln>
            <a:noFill/>
          </a:ln>
        </p:spPr>
        <p:txBody>
          <a:bodyPr spcFirstLastPara="1" wrap="square" lIns="91423" tIns="45699" rIns="91423" bIns="45699" anchor="ctr" anchorCtr="0">
            <a:noAutofit/>
          </a:bodyPr>
          <a:lstStyle>
            <a:lvl1pPr marR="0" lvl="0" algn="l" rtl="0">
              <a:spcBef>
                <a:spcPts val="0"/>
              </a:spcBef>
              <a:spcAft>
                <a:spcPts val="0"/>
              </a:spcAft>
              <a:buClr>
                <a:srgbClr val="890018"/>
              </a:buClr>
              <a:buSzPts val="2500"/>
              <a:buFont typeface="Montserrat Medium"/>
              <a:buNone/>
              <a:defRPr sz="2500" i="0" u="none" strike="noStrike" cap="none">
                <a:solidFill>
                  <a:srgbClr val="890018"/>
                </a:solidFill>
                <a:latin typeface="Montserrat Medium"/>
                <a:ea typeface="Montserrat Medium"/>
                <a:cs typeface="Montserrat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29987252" name="Google Shape;7;p1"/>
          <p:cNvSpPr txBox="1"/>
          <p:nvPr>
            <p:ph type="body" idx="1"/>
          </p:nvPr>
        </p:nvSpPr>
        <p:spPr bwMode="auto">
          <a:xfrm>
            <a:off x="346966" y="1659633"/>
            <a:ext cx="11375199" cy="4018399"/>
          </a:xfrm>
          <a:prstGeom prst="rect">
            <a:avLst/>
          </a:prstGeom>
          <a:noFill/>
          <a:ln>
            <a:noFill/>
          </a:ln>
        </p:spPr>
        <p:txBody>
          <a:bodyPr spcFirstLastPara="1" wrap="square" lIns="91423" tIns="45699" rIns="91423" bIns="45699" anchor="t" anchorCtr="0">
            <a:normAutofit/>
          </a:bodyPr>
          <a:lstStyle>
            <a:lvl1pPr marL="457200" marR="0" lvl="0" indent="-342900" algn="l" rtl="0">
              <a:spcBef>
                <a:spcPts val="279"/>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1pPr>
            <a:lvl2pPr marL="914400" marR="0" lvl="1" indent="-330199" algn="l" rtl="0">
              <a:spcBef>
                <a:spcPts val="259"/>
              </a:spcBef>
              <a:spcAft>
                <a:spcPts val="0"/>
              </a:spcAft>
              <a:buClr>
                <a:schemeClr val="dk1"/>
              </a:buClr>
              <a:buSzPts val="1600"/>
              <a:buFont typeface="Arial"/>
              <a:buChar char="–"/>
              <a:defRPr sz="1600" b="0" i="0" u="none" strike="noStrike" cap="none">
                <a:solidFill>
                  <a:schemeClr val="dk1"/>
                </a:solidFill>
                <a:latin typeface="Arial"/>
                <a:ea typeface="Arial"/>
                <a:cs typeface="Arial"/>
              </a:defRPr>
            </a:lvl2pPr>
            <a:lvl3pPr marL="1371600" marR="0" lvl="2" indent="-317499" algn="l" rtl="0">
              <a:spcBef>
                <a:spcPts val="239"/>
              </a:spcBef>
              <a:spcAft>
                <a:spcPts val="0"/>
              </a:spcAft>
              <a:buClr>
                <a:schemeClr val="dk1"/>
              </a:buClr>
              <a:buSzPts val="1400"/>
              <a:buFont typeface="Arial"/>
              <a:buChar char="•"/>
              <a:defRPr b="0" i="0" u="none" strike="noStrike" cap="none">
                <a:solidFill>
                  <a:schemeClr val="dk1"/>
                </a:solidFill>
                <a:latin typeface="Arial"/>
                <a:ea typeface="Arial"/>
                <a:cs typeface="Arial"/>
              </a:defRPr>
            </a:lvl3pPr>
            <a:lvl4pPr marL="1828800" marR="0" lvl="3" indent="-304799" algn="l" rtl="0">
              <a:spcBef>
                <a:spcPts val="199"/>
              </a:spcBef>
              <a:spcAft>
                <a:spcPts val="0"/>
              </a:spcAft>
              <a:buClr>
                <a:schemeClr val="dk1"/>
              </a:buClr>
              <a:buSzPts val="1200"/>
              <a:buFont typeface="Arial"/>
              <a:buChar char="–"/>
              <a:defRPr sz="1200" b="0" i="0" u="none" strike="noStrike" cap="none">
                <a:solidFill>
                  <a:schemeClr val="dk1"/>
                </a:solidFill>
                <a:latin typeface="Arial"/>
                <a:ea typeface="Arial"/>
                <a:cs typeface="Arial"/>
              </a:defRPr>
            </a:lvl4pPr>
            <a:lvl5pPr marL="2286000" marR="0" lvl="4" indent="-292099" algn="l" rtl="0">
              <a:spcBef>
                <a:spcPts val="159"/>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5pPr>
            <a:lvl6pPr marL="2743200" marR="0" lvl="5" indent="-292099" algn="l" rtl="0">
              <a:spcBef>
                <a:spcPts val="398"/>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6pPr>
            <a:lvl7pPr marL="3200400" marR="0" lvl="6" indent="-292099" algn="l" rtl="0">
              <a:spcBef>
                <a:spcPts val="398"/>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7pPr>
            <a:lvl8pPr marL="3657600" marR="0" lvl="7" indent="-292099" algn="l" rtl="0">
              <a:spcBef>
                <a:spcPts val="398"/>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8pPr>
            <a:lvl9pPr marL="4114800" marR="0" lvl="8" indent="-292099" algn="l" rtl="0">
              <a:spcBef>
                <a:spcPts val="398"/>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9pPr>
          </a:lstStyle>
          <a:p>
            <a:pPr>
              <a:defRPr/>
            </a:pPr>
            <a:endParaRPr/>
          </a:p>
        </p:txBody>
      </p:sp>
      <p:sp>
        <p:nvSpPr>
          <p:cNvPr id="812591030" name="Google Shape;8;p1"/>
          <p:cNvSpPr txBox="1"/>
          <p:nvPr>
            <p:ph type="sldNum" idx="12"/>
          </p:nvPr>
        </p:nvSpPr>
        <p:spPr bwMode="auto">
          <a:xfrm>
            <a:off x="8877299" y="6327646"/>
            <a:ext cx="2844798" cy="365199"/>
          </a:xfrm>
          <a:prstGeom prst="rect">
            <a:avLst/>
          </a:prstGeom>
          <a:noFill/>
          <a:ln>
            <a:noFill/>
          </a:ln>
        </p:spPr>
        <p:txBody>
          <a:bodyPr spcFirstLastPara="1" wrap="square" lIns="91423" tIns="45699" rIns="91423" bIns="45699" anchor="ctr" anchorCtr="0">
            <a:noAutofit/>
          </a:bodyPr>
          <a:lstStyle>
            <a:lvl1pPr marL="0" marR="0" lvl="0" indent="0" algn="r" rtl="0">
              <a:spcBef>
                <a:spcPts val="0"/>
              </a:spcBef>
              <a:buNone/>
              <a:defRPr sz="800" b="0" i="0" u="none" strike="noStrike" cap="none">
                <a:solidFill>
                  <a:srgbClr val="003B5C"/>
                </a:solidFill>
                <a:latin typeface="Arial"/>
                <a:ea typeface="Arial"/>
                <a:cs typeface="Arial"/>
              </a:defRPr>
            </a:lvl1pPr>
            <a:lvl2pPr marL="0" marR="0" lvl="1" indent="0" algn="r" rtl="0">
              <a:spcBef>
                <a:spcPts val="0"/>
              </a:spcBef>
              <a:buNone/>
              <a:defRPr sz="800" b="0" i="0" u="none" strike="noStrike" cap="none">
                <a:solidFill>
                  <a:srgbClr val="003B5C"/>
                </a:solidFill>
                <a:latin typeface="Arial"/>
                <a:ea typeface="Arial"/>
                <a:cs typeface="Arial"/>
              </a:defRPr>
            </a:lvl2pPr>
            <a:lvl3pPr marL="0" marR="0" lvl="2" indent="0" algn="r" rtl="0">
              <a:spcBef>
                <a:spcPts val="0"/>
              </a:spcBef>
              <a:buNone/>
              <a:defRPr sz="800" b="0" i="0" u="none" strike="noStrike" cap="none">
                <a:solidFill>
                  <a:srgbClr val="003B5C"/>
                </a:solidFill>
                <a:latin typeface="Arial"/>
                <a:ea typeface="Arial"/>
                <a:cs typeface="Arial"/>
              </a:defRPr>
            </a:lvl3pPr>
            <a:lvl4pPr marL="0" marR="0" lvl="3" indent="0" algn="r" rtl="0">
              <a:spcBef>
                <a:spcPts val="0"/>
              </a:spcBef>
              <a:buNone/>
              <a:defRPr sz="800" b="0" i="0" u="none" strike="noStrike" cap="none">
                <a:solidFill>
                  <a:srgbClr val="003B5C"/>
                </a:solidFill>
                <a:latin typeface="Arial"/>
                <a:ea typeface="Arial"/>
                <a:cs typeface="Arial"/>
              </a:defRPr>
            </a:lvl4pPr>
            <a:lvl5pPr marL="0" marR="0" lvl="4" indent="0" algn="r" rtl="0">
              <a:spcBef>
                <a:spcPts val="0"/>
              </a:spcBef>
              <a:buNone/>
              <a:defRPr sz="800" b="0" i="0" u="none" strike="noStrike" cap="none">
                <a:solidFill>
                  <a:srgbClr val="003B5C"/>
                </a:solidFill>
                <a:latin typeface="Arial"/>
                <a:ea typeface="Arial"/>
                <a:cs typeface="Arial"/>
              </a:defRPr>
            </a:lvl5pPr>
            <a:lvl6pPr marL="0" marR="0" lvl="5" indent="0" algn="r" rtl="0">
              <a:spcBef>
                <a:spcPts val="0"/>
              </a:spcBef>
              <a:buNone/>
              <a:defRPr sz="800" b="0" i="0" u="none" strike="noStrike" cap="none">
                <a:solidFill>
                  <a:srgbClr val="003B5C"/>
                </a:solidFill>
                <a:latin typeface="Arial"/>
                <a:ea typeface="Arial"/>
                <a:cs typeface="Arial"/>
              </a:defRPr>
            </a:lvl6pPr>
            <a:lvl7pPr marL="0" marR="0" lvl="6" indent="0" algn="r" rtl="0">
              <a:spcBef>
                <a:spcPts val="0"/>
              </a:spcBef>
              <a:buNone/>
              <a:defRPr sz="800" b="0" i="0" u="none" strike="noStrike" cap="none">
                <a:solidFill>
                  <a:srgbClr val="003B5C"/>
                </a:solidFill>
                <a:latin typeface="Arial"/>
                <a:ea typeface="Arial"/>
                <a:cs typeface="Arial"/>
              </a:defRPr>
            </a:lvl7pPr>
            <a:lvl8pPr marL="0" marR="0" lvl="7" indent="0" algn="r" rtl="0">
              <a:spcBef>
                <a:spcPts val="0"/>
              </a:spcBef>
              <a:buNone/>
              <a:defRPr sz="800" b="0" i="0" u="none" strike="noStrike" cap="none">
                <a:solidFill>
                  <a:srgbClr val="003B5C"/>
                </a:solidFill>
                <a:latin typeface="Arial"/>
                <a:ea typeface="Arial"/>
                <a:cs typeface="Arial"/>
              </a:defRPr>
            </a:lvl8pPr>
            <a:lvl9pPr marL="0" marR="0" lvl="8" indent="0" algn="r" rtl="0">
              <a:spcBef>
                <a:spcPts val="0"/>
              </a:spcBef>
              <a:buNone/>
              <a:defRPr sz="800" b="0" i="0" u="none" strike="noStrike" cap="none">
                <a:solidFill>
                  <a:srgbClr val="003B5C"/>
                </a:solidFill>
                <a:latin typeface="Arial"/>
                <a:ea typeface="Arial"/>
                <a:cs typeface="Arial"/>
              </a:defRPr>
            </a:lvl9pPr>
          </a:lstStyle>
          <a:p>
            <a:pPr marL="0" lvl="0" indent="0" algn="r" rtl="0">
              <a:spcBef>
                <a:spcPts val="0"/>
              </a:spcBef>
              <a:spcAft>
                <a:spcPts val="0"/>
              </a:spcAft>
              <a:buNone/>
              <a:defRPr/>
            </a:pPr>
            <a:r>
              <a:rPr lang="en"/>
              <a:t>Presentation Title | </a:t>
            </a:r>
            <a:fld id="{38552B06-44A9-270B-0FF9-1E94C3BBB4F1}" type="slidenum">
              <a:rPr lang="en" b="1"/>
              <a:t>47</a:t>
            </a:fld>
            <a:endParaRPr b="1"/>
          </a:p>
        </p:txBody>
      </p:sp>
      <p:pic>
        <p:nvPicPr>
          <p:cNvPr id="557360798" name="Google Shape;9;p1" descr="01 Singapore University of Social Sciences_Horizontal Format_Version A_White Background_RGB.png"/>
          <p:cNvPicPr/>
          <p:nvPr/>
        </p:nvPicPr>
        <p:blipFill rotWithShape="1">
          <a:blip r:embed="rId46">
            <a:alphaModFix/>
          </a:blip>
          <a:srcRect l="0" t="0" r="0" b="0"/>
          <a:stretch/>
        </p:blipFill>
        <p:spPr bwMode="auto">
          <a:xfrm>
            <a:off x="465666" y="6083009"/>
            <a:ext cx="976494" cy="49476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Lst>
  <p:hf dt="0" ftr="0" hdr="0" sldNum="1"/>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image" Target="../media/image9.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image" Target="../media/image12.png"/><Relationship Id="rId4" Type="http://schemas.openxmlformats.org/officeDocument/2006/relationships/hyperlink" Target="https://arxiv.org/pdf/1409.0473" TargetMode="External"/><Relationship Id="rId5" Type="http://schemas.openxmlformats.org/officeDocument/2006/relationships/image" Target="../media/image13.gif"/><Relationship Id="rId6" Type="http://schemas.openxmlformats.org/officeDocument/2006/relationships/hyperlink" Target="https://upload.wikimedia.org/wikipedia/commons/3/37/Seq2seq_with_RNN_and_attention_mechanism.gif" TargetMode="External"/><Relationship Id="rId7"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image" Target="../media/image14.png"/><Relationship Id="rId4"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hyperlink" Target="http://www.youtube.com/watch?v=eMlx5fFNoYc" TargetMode="External"/><Relationship Id="rId4" Type="http://schemas.openxmlformats.org/officeDocument/2006/relationships/image" Target="../media/image15.jpg"/><Relationship Id="rId5" Type="http://schemas.openxmlformats.org/officeDocument/2006/relationships/hyperlink" Target="https://www.youtube.com/watch?v=eMlx5fFNoYc&amp;list=PLZHQObOWTQDNU6R1_67000Dx_ZCJB-3pi&amp;index=9" TargetMode="External"/><Relationship Id="rId6"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image" Target="../media/image16.png"/><Relationship Id="rId4" Type="http://schemas.openxmlformats.org/officeDocument/2006/relationships/hyperlink" Target="https://arxiv.org/pdf/1706.03762" TargetMode="External"/><Relationship Id="rId5"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18.png"/><Relationship Id="rId3"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3.xml"/><Relationship Id="rId3" Type="http://schemas.openxmlformats.org/officeDocument/2006/relationships/hyperlink" Target="https://bbycroft.net/llm" TargetMode="External"/><Relationship Id="rId4" Type="http://schemas.openxmlformats.org/officeDocument/2006/relationships/hyperlink" Target="https://github.com/hyunwoongko/transformer" TargetMode="External"/><Relationship Id="rId5" Type="http://schemas.openxmlformats.org/officeDocument/2006/relationships/hyperlink" Target="https://huggingface.co/docs/transformers/main/en/model_doc/bert#transformers.BertModel" TargetMode="External"/><Relationship Id="rId6" Type="http://schemas.openxmlformats.org/officeDocument/2006/relationships/image" Target="../media/image17.png"/><Relationship Id="rId7"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3661247" name="Google Shape;287;p52"/>
          <p:cNvSpPr txBox="1"/>
          <p:nvPr>
            <p:ph type="ctrTitle"/>
          </p:nvPr>
        </p:nvSpPr>
        <p:spPr bwMode="auto">
          <a:xfrm>
            <a:off x="342900" y="1662309"/>
            <a:ext cx="10363199" cy="141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Transformers</a:t>
            </a:r>
            <a:endParaRPr/>
          </a:p>
        </p:txBody>
      </p:sp>
      <p:sp>
        <p:nvSpPr>
          <p:cNvPr id="140065022" name="Google Shape;288;p52"/>
          <p:cNvSpPr txBox="1"/>
          <p:nvPr>
            <p:ph type="subTitle" idx="1"/>
          </p:nvPr>
        </p:nvSpPr>
        <p:spPr bwMode="auto">
          <a:xfrm>
            <a:off x="337503" y="3274931"/>
            <a:ext cx="8534399" cy="1752799"/>
          </a:xfrm>
          <a:prstGeom prst="rect">
            <a:avLst/>
          </a:prstGeom>
        </p:spPr>
        <p:txBody>
          <a:bodyPr spcFirstLastPara="1" wrap="square" lIns="91423" tIns="45699" rIns="91423" bIns="45699" anchor="t" anchorCtr="0">
            <a:normAutofit/>
          </a:bodyPr>
          <a:lstStyle/>
          <a:p>
            <a:r>
              <a:t>Sequence-to-Sequence Models, Attention, and the Transformer</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1876355" name="Google Shape;300;p54"/>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Overview</a:t>
            </a:r>
            <a:endParaRPr/>
          </a:p>
        </p:txBody>
      </p:sp>
      <p:sp>
        <p:nvSpPr>
          <p:cNvPr id="209101433" name="Google Shape;301;p54"/>
          <p:cNvSpPr txBox="1"/>
          <p:nvPr>
            <p:ph type="body" idx="1"/>
          </p:nvPr>
        </p:nvSpPr>
        <p:spPr bwMode="auto">
          <a:xfrm>
            <a:off x="415599" y="1536633"/>
            <a:ext cx="11360799" cy="4555199"/>
          </a:xfrm>
          <a:prstGeom prst="rect">
            <a:avLst/>
          </a:prstGeom>
        </p:spPr>
        <p:txBody>
          <a:bodyPr spcFirstLastPara="1" wrap="square" lIns="91423" tIns="45699" rIns="91423" bIns="45699" anchor="t" anchorCtr="0">
            <a:normAutofit/>
          </a:bodyPr>
          <a:lstStyle/>
          <a:p>
            <a:pPr marL="457200" lvl="0" indent="-342900" algn="l" rtl="0">
              <a:spcBef>
                <a:spcPts val="279"/>
              </a:spcBef>
              <a:spcAft>
                <a:spcPts val="0"/>
              </a:spcAft>
              <a:buSzPts val="1800"/>
              <a:buChar char="●"/>
              <a:defRPr/>
            </a:pPr>
            <a:r>
              <a:rPr lang="en"/>
              <a:t>The </a:t>
            </a:r>
            <a:r>
              <a:rPr lang="en"/>
              <a:t>technology</a:t>
            </a:r>
            <a:r>
              <a:rPr lang="en"/>
              <a:t> evolution</a:t>
            </a:r>
            <a:endParaRPr/>
          </a:p>
          <a:p>
            <a:pPr marL="914400" lvl="1" indent="-330199" algn="l" rtl="0">
              <a:spcBef>
                <a:spcPts val="0"/>
              </a:spcBef>
              <a:spcAft>
                <a:spcPts val="0"/>
              </a:spcAft>
              <a:buSzPts val="1600"/>
              <a:buChar char="○"/>
              <a:defRPr/>
            </a:pPr>
            <a:r>
              <a:rPr lang="en"/>
              <a:t>What is wrong with RNN?</a:t>
            </a:r>
            <a:endParaRPr/>
          </a:p>
          <a:p>
            <a:pPr marL="914400" lvl="1" indent="-330199" algn="l" rtl="0">
              <a:spcBef>
                <a:spcPts val="0"/>
              </a:spcBef>
              <a:spcAft>
                <a:spcPts val="0"/>
              </a:spcAft>
              <a:buSzPts val="1600"/>
              <a:buChar char="○"/>
              <a:defRPr/>
            </a:pPr>
            <a:r>
              <a:rPr lang="en"/>
              <a:t>Translation framework (seq-2-seq, encoder-decoder)</a:t>
            </a:r>
            <a:endParaRPr/>
          </a:p>
          <a:p>
            <a:pPr marL="914400" lvl="1" indent="-330199" algn="l" rtl="0">
              <a:spcBef>
                <a:spcPts val="0"/>
              </a:spcBef>
              <a:spcAft>
                <a:spcPts val="0"/>
              </a:spcAft>
              <a:buSzPts val="1600"/>
              <a:buChar char="○"/>
              <a:defRPr/>
            </a:pPr>
            <a:r>
              <a:rPr lang="en"/>
              <a:t>Information bottleneck</a:t>
            </a:r>
            <a:endParaRPr/>
          </a:p>
          <a:p>
            <a:pPr marL="914400" lvl="1" indent="-330199" algn="l" rtl="0">
              <a:spcBef>
                <a:spcPts val="0"/>
              </a:spcBef>
              <a:spcAft>
                <a:spcPts val="0"/>
              </a:spcAft>
              <a:buSzPts val="1600"/>
              <a:buChar char="○"/>
              <a:defRPr/>
            </a:pPr>
            <a:r>
              <a:rPr lang="en"/>
              <a:t>“</a:t>
            </a:r>
            <a:r>
              <a:rPr lang="en"/>
              <a:t>Jointly Learning To Align And Translate”</a:t>
            </a:r>
            <a:endParaRPr/>
          </a:p>
          <a:p>
            <a:pPr marL="1371600" lvl="2" indent="-317499" algn="l" rtl="0">
              <a:spcBef>
                <a:spcPts val="0"/>
              </a:spcBef>
              <a:spcAft>
                <a:spcPts val="0"/>
              </a:spcAft>
              <a:buSzPts val="1400"/>
              <a:buChar char="■"/>
              <a:defRPr/>
            </a:pPr>
            <a:r>
              <a:rPr lang="en"/>
              <a:t>Attention mechanism</a:t>
            </a:r>
            <a:endParaRPr/>
          </a:p>
          <a:p>
            <a:pPr marL="457200" lvl="0" indent="-342900" algn="l" rtl="0">
              <a:spcBef>
                <a:spcPts val="0"/>
              </a:spcBef>
              <a:spcAft>
                <a:spcPts val="0"/>
              </a:spcAft>
              <a:buSzPts val="1800"/>
              <a:buChar char="●"/>
              <a:defRPr/>
            </a:pPr>
            <a:r>
              <a:rPr lang="en"/>
              <a:t>Attention is all you need</a:t>
            </a:r>
            <a:endParaRPr/>
          </a:p>
          <a:p>
            <a:pPr marL="457200" lvl="0" indent="-342900" algn="l" rtl="0">
              <a:spcBef>
                <a:spcPts val="0"/>
              </a:spcBef>
              <a:spcAft>
                <a:spcPts val="0"/>
              </a:spcAft>
              <a:buSzPts val="1800"/>
              <a:buChar char="●"/>
              <a:defRPr/>
            </a:pPr>
            <a:r>
              <a:rPr lang="en"/>
              <a:t>Transformer</a:t>
            </a:r>
            <a:endParaRPr/>
          </a:p>
          <a:p>
            <a:pPr marL="914400" lvl="1" indent="-330199" algn="l" rtl="0">
              <a:spcBef>
                <a:spcPts val="0"/>
              </a:spcBef>
              <a:spcAft>
                <a:spcPts val="0"/>
              </a:spcAft>
              <a:buSzPts val="1600"/>
              <a:buChar char="○"/>
              <a:defRPr/>
            </a:pPr>
            <a:r>
              <a:rPr lang="en"/>
              <a:t>encoder</a:t>
            </a:r>
            <a:endParaRPr/>
          </a:p>
          <a:p>
            <a:pPr marL="914400" lvl="1" indent="-330199" algn="l" rtl="0">
              <a:spcBef>
                <a:spcPts val="0"/>
              </a:spcBef>
              <a:spcAft>
                <a:spcPts val="0"/>
              </a:spcAft>
              <a:buSzPts val="1600"/>
              <a:buChar char="○"/>
              <a:defRPr/>
            </a:pPr>
            <a:r>
              <a:rPr lang="en"/>
              <a:t>position embedding</a:t>
            </a:r>
            <a:endParaRPr/>
          </a:p>
          <a:p>
            <a:pPr marL="914400" lvl="1" indent="-330199" algn="l" rtl="0">
              <a:spcBef>
                <a:spcPts val="0"/>
              </a:spcBef>
              <a:spcAft>
                <a:spcPts val="0"/>
              </a:spcAft>
              <a:buSzPts val="1600"/>
              <a:buChar char="○"/>
              <a:defRPr/>
            </a:pPr>
            <a:r>
              <a:rPr lang="en"/>
              <a:t>decoder</a:t>
            </a:r>
            <a:endParaRPr/>
          </a:p>
          <a:p>
            <a:pPr marL="457200" lvl="0" indent="-342900" algn="l" rtl="0">
              <a:spcBef>
                <a:spcPts val="0"/>
              </a:spcBef>
              <a:spcAft>
                <a:spcPts val="0"/>
              </a:spcAft>
              <a:buSzPts val="1800"/>
              <a:buChar char="●"/>
              <a:defRPr/>
            </a:pPr>
            <a:r>
              <a:rPr lang="en"/>
              <a:t>Applications</a:t>
            </a:r>
            <a:endParaRPr/>
          </a:p>
        </p:txBody>
      </p:sp>
      <p:sp>
        <p:nvSpPr>
          <p:cNvPr id="2036800738" name="Google Shape;302;p54"/>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AD50EB12-B577-B0CB-AA81-7B5A04EFE517}" type="slidenum">
              <a:rPr lang="en"/>
              <a:t>3</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Text Placeholder 2"/>
          <p:cNvSpPr>
            <a:spLocks noGrp="1"/>
          </p:cNvSpPr>
          <p:nvPr>
            <p:ph type="body" idx="1"/>
          </p:nvPr>
        </p:nvSpPr>
        <p:spPr/>
        <p:txBody>
          <a:bodyPr/>
          <a:lstStyle/>
          <a:p>
            <a:pPr/>
            <a:r>
              <a:t>Explain why variable-length output tasks (translation, summarisation, dialogue) need an encoder-decoder architecture</a:t>
            </a:r>
          </a:p>
          <a:p>
            <a:pPr/>
            <a:r>
              <a:t>Describe the information bottleneck problem and why it limits performance on long sequences</a:t>
            </a:r>
          </a:p>
          <a:p>
            <a:pPr/>
            <a:r>
              <a:t>Explain how Bahdanau attention resolves the bottleneck by letting the decoder access all encoder states</a:t>
            </a:r>
          </a:p>
          <a:p>
            <a:pPr/>
            <a:r>
              <a:t>Interpret an attention weight matrix as a soft alignment between source and target tokens</a:t>
            </a:r>
          </a:p>
          <a:p>
            <a:pPr/>
            <a:r>
              <a:t>Explain self-attention via the Query-Key-Value metaphor and compute scaled dot-product attention</a:t>
            </a:r>
          </a:p>
          <a:p>
            <a:pPr/>
            <a:r>
              <a:t>Describe multi-head attention and positional encoding</a:t>
            </a:r>
          </a:p>
          <a:p>
            <a:pPr/>
            <a:r>
              <a:t>Trace one Transformer encoder block: self-attention -&gt; add &amp; norm -&gt; feedforward -&gt; add &amp; norm</a:t>
            </a:r>
          </a:p>
          <a:p>
            <a:pPr/>
            <a:r>
              <a:t>Articulate why the Transformer’s parallelism makes it more scalable than recurrent architectures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2895701" name="Google Shape;307;p55"/>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Using RNN to translate</a:t>
            </a:r>
            <a:endParaRPr/>
          </a:p>
        </p:txBody>
      </p:sp>
      <p:sp>
        <p:nvSpPr>
          <p:cNvPr id="406389796" name="Google Shape;308;p55"/>
          <p:cNvSpPr txBox="1"/>
          <p:nvPr>
            <p:ph type="body" idx="1"/>
          </p:nvPr>
        </p:nvSpPr>
        <p:spPr bwMode="auto">
          <a:xfrm>
            <a:off x="415599" y="1536633"/>
            <a:ext cx="11360799" cy="1621999"/>
          </a:xfrm>
          <a:prstGeom prst="rect">
            <a:avLst/>
          </a:prstGeom>
        </p:spPr>
        <p:txBody>
          <a:bodyPr spcFirstLastPara="1" wrap="square" lIns="91423" tIns="45699" rIns="91423" bIns="45699" anchor="t" anchorCtr="0">
            <a:normAutofit/>
          </a:bodyPr>
          <a:lstStyle/>
          <a:p>
            <a:pPr marL="457200" lvl="0" indent="-342900" algn="l" rtl="0">
              <a:spcBef>
                <a:spcPts val="279"/>
              </a:spcBef>
              <a:spcAft>
                <a:spcPts val="0"/>
              </a:spcAft>
              <a:buSzPts val="1800"/>
              <a:buChar char="➢"/>
              <a:defRPr/>
            </a:pPr>
            <a:r>
              <a:rPr lang="en"/>
              <a:t>Input (source sentence) = “Today is Thursday”</a:t>
            </a:r>
            <a:endParaRPr/>
          </a:p>
          <a:p>
            <a:pPr marL="457200" lvl="0" indent="-342900" algn="l" rtl="0">
              <a:spcBef>
                <a:spcPts val="0"/>
              </a:spcBef>
              <a:spcAft>
                <a:spcPts val="0"/>
              </a:spcAft>
              <a:buSzPts val="1800"/>
              <a:buChar char="➢"/>
              <a:defRPr/>
            </a:pPr>
            <a:r>
              <a:rPr lang="en"/>
              <a:t>Output (target sentence) = “aujourd'hui, c'est jeudi”</a:t>
            </a:r>
            <a:endParaRPr/>
          </a:p>
          <a:p>
            <a:pPr marL="457200" lvl="0" indent="-342900" algn="l" rtl="0">
              <a:spcBef>
                <a:spcPts val="0"/>
              </a:spcBef>
              <a:spcAft>
                <a:spcPts val="0"/>
              </a:spcAft>
              <a:buSzPts val="1800"/>
              <a:buChar char="➢"/>
              <a:defRPr/>
            </a:pPr>
            <a:r>
              <a:rPr lang="en"/>
              <a:t>In a consecutive translation setting</a:t>
            </a:r>
            <a:endParaRPr/>
          </a:p>
        </p:txBody>
      </p:sp>
      <p:grpSp>
        <p:nvGrpSpPr>
          <p:cNvPr id="1805652011" name="Google Shape;309;p55"/>
          <p:cNvGrpSpPr/>
          <p:nvPr/>
        </p:nvGrpSpPr>
        <p:grpSpPr bwMode="auto">
          <a:xfrm>
            <a:off x="3139233" y="5090365"/>
            <a:ext cx="260799" cy="956399"/>
            <a:chOff x="2318199" y="3834666"/>
            <a:chExt cx="260799" cy="956399"/>
          </a:xfrm>
        </p:grpSpPr>
        <p:sp>
          <p:nvSpPr>
            <p:cNvPr id="1874435117" name="Google Shape;310;p55"/>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0330688" name="Google Shape;311;p55"/>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92670066" name="Google Shape;312;p55"/>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54281025" name="Google Shape;313;p55"/>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59698907" name="Google Shape;314;p55"/>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618187108" name="Google Shape;315;p55"/>
          <p:cNvGrpSpPr/>
          <p:nvPr/>
        </p:nvGrpSpPr>
        <p:grpSpPr bwMode="auto">
          <a:xfrm>
            <a:off x="3873683" y="5090365"/>
            <a:ext cx="260799" cy="956399"/>
            <a:chOff x="2318199" y="3834666"/>
            <a:chExt cx="260799" cy="956399"/>
          </a:xfrm>
        </p:grpSpPr>
        <p:sp>
          <p:nvSpPr>
            <p:cNvPr id="2084938210" name="Google Shape;316;p55"/>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46427527" name="Google Shape;317;p55"/>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768006309" name="Google Shape;318;p55"/>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372330" name="Google Shape;319;p55"/>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741350339" name="Google Shape;320;p55"/>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27497702" name="Google Shape;321;p55"/>
          <p:cNvGrpSpPr/>
          <p:nvPr/>
        </p:nvGrpSpPr>
        <p:grpSpPr bwMode="auto">
          <a:xfrm>
            <a:off x="4608133" y="5090365"/>
            <a:ext cx="260799" cy="956399"/>
            <a:chOff x="2318199" y="3834666"/>
            <a:chExt cx="260799" cy="956399"/>
          </a:xfrm>
        </p:grpSpPr>
        <p:sp>
          <p:nvSpPr>
            <p:cNvPr id="1385654293" name="Google Shape;322;p55"/>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17733671" name="Google Shape;323;p55"/>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741936794" name="Google Shape;324;p55"/>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46304322" name="Google Shape;325;p55"/>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83393322" name="Google Shape;326;p55"/>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1766597211" name="Google Shape;327;p55"/>
          <p:cNvSpPr txBox="1"/>
          <p:nvPr/>
        </p:nvSpPr>
        <p:spPr bwMode="auto">
          <a:xfrm>
            <a:off x="2868766" y="6123933"/>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Today</a:t>
            </a:r>
            <a:endParaRPr sz="1200">
              <a:solidFill>
                <a:schemeClr val="dk1"/>
              </a:solidFill>
            </a:endParaRPr>
          </a:p>
        </p:txBody>
      </p:sp>
      <p:sp>
        <p:nvSpPr>
          <p:cNvPr id="482739894" name="Google Shape;328;p55"/>
          <p:cNvSpPr txBox="1"/>
          <p:nvPr/>
        </p:nvSpPr>
        <p:spPr bwMode="auto">
          <a:xfrm>
            <a:off x="3825066" y="6123933"/>
            <a:ext cx="569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is</a:t>
            </a:r>
            <a:endParaRPr sz="1200">
              <a:solidFill>
                <a:schemeClr val="dk1"/>
              </a:solidFill>
            </a:endParaRPr>
          </a:p>
        </p:txBody>
      </p:sp>
      <p:sp>
        <p:nvSpPr>
          <p:cNvPr id="1639022738" name="Google Shape;329;p55"/>
          <p:cNvSpPr txBox="1"/>
          <p:nvPr/>
        </p:nvSpPr>
        <p:spPr bwMode="auto">
          <a:xfrm>
            <a:off x="4259833" y="6123933"/>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Thursday</a:t>
            </a:r>
            <a:endParaRPr sz="1200">
              <a:solidFill>
                <a:schemeClr val="dk1"/>
              </a:solidFill>
            </a:endParaRPr>
          </a:p>
        </p:txBody>
      </p:sp>
      <p:grpSp>
        <p:nvGrpSpPr>
          <p:cNvPr id="449273929" name="Google Shape;330;p55"/>
          <p:cNvGrpSpPr/>
          <p:nvPr/>
        </p:nvGrpSpPr>
        <p:grpSpPr bwMode="auto">
          <a:xfrm>
            <a:off x="3139250" y="3931599"/>
            <a:ext cx="260799" cy="956399"/>
            <a:chOff x="2318199" y="3834666"/>
            <a:chExt cx="260799" cy="956399"/>
          </a:xfrm>
        </p:grpSpPr>
        <p:sp>
          <p:nvSpPr>
            <p:cNvPr id="839499341" name="Google Shape;331;p55"/>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2704929" name="Google Shape;332;p55"/>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48804333" name="Google Shape;333;p55"/>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234132663" name="Google Shape;334;p55"/>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30788866" name="Google Shape;335;p55"/>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333405827" name="Google Shape;336;p55"/>
          <p:cNvGrpSpPr/>
          <p:nvPr/>
        </p:nvGrpSpPr>
        <p:grpSpPr bwMode="auto">
          <a:xfrm>
            <a:off x="3873699" y="3931599"/>
            <a:ext cx="260799" cy="956399"/>
            <a:chOff x="2318199" y="3834666"/>
            <a:chExt cx="260799" cy="956399"/>
          </a:xfrm>
        </p:grpSpPr>
        <p:sp>
          <p:nvSpPr>
            <p:cNvPr id="721689128" name="Google Shape;337;p55"/>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984710488" name="Google Shape;338;p55"/>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90387310" name="Google Shape;339;p55"/>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6955033" name="Google Shape;340;p55"/>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01164336" name="Google Shape;341;p55"/>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384198179" name="Google Shape;342;p55"/>
          <p:cNvGrpSpPr/>
          <p:nvPr/>
        </p:nvGrpSpPr>
        <p:grpSpPr bwMode="auto">
          <a:xfrm>
            <a:off x="4608150" y="3931599"/>
            <a:ext cx="260799" cy="956399"/>
            <a:chOff x="2318199" y="3834666"/>
            <a:chExt cx="260799" cy="956399"/>
          </a:xfrm>
        </p:grpSpPr>
        <p:sp>
          <p:nvSpPr>
            <p:cNvPr id="809287192" name="Google Shape;343;p55"/>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8739012" name="Google Shape;344;p55"/>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95968069" name="Google Shape;345;p55"/>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89894916" name="Google Shape;346;p55"/>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39556229" name="Google Shape;347;p55"/>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285813819" name="Google Shape;348;p55"/>
          <p:cNvCxnSpPr>
            <a:stCxn id="200330688" idx="0"/>
            <a:endCxn id="1130788866" idx="4"/>
          </p:cNvCxnSpPr>
          <p:nvPr/>
        </p:nvCxnSpPr>
        <p:spPr bwMode="auto">
          <a:xfrm rot="10800000">
            <a:off x="326963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2088931010" name="Google Shape;349;p55"/>
          <p:cNvCxnSpPr>
            <a:stCxn id="546427527" idx="0"/>
            <a:endCxn id="1701164336" idx="4"/>
          </p:cNvCxnSpPr>
          <p:nvPr/>
        </p:nvCxnSpPr>
        <p:spPr bwMode="auto">
          <a:xfrm rot="10800000">
            <a:off x="400408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452434298" name="Google Shape;350;p55"/>
          <p:cNvCxnSpPr>
            <a:stCxn id="617733671" idx="0"/>
            <a:endCxn id="439556229" idx="4"/>
          </p:cNvCxnSpPr>
          <p:nvPr/>
        </p:nvCxnSpPr>
        <p:spPr bwMode="auto">
          <a:xfrm rot="10800000">
            <a:off x="473853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799555839" name="Google Shape;351;p55"/>
          <p:cNvCxnSpPr>
            <a:stCxn id="1234132663" idx="6"/>
            <a:endCxn id="56955033" idx="2"/>
          </p:cNvCxnSpPr>
          <p:nvPr/>
        </p:nvCxnSpPr>
        <p:spPr bwMode="auto">
          <a:xfrm>
            <a:off x="3385650" y="4530533"/>
            <a:ext cx="502399" cy="0"/>
          </a:xfrm>
          <a:prstGeom prst="straightConnector1">
            <a:avLst/>
          </a:prstGeom>
          <a:noFill/>
          <a:ln w="9525" cap="flat" cmpd="sng">
            <a:solidFill>
              <a:schemeClr val="dk2"/>
            </a:solidFill>
            <a:prstDash val="solid"/>
            <a:round/>
            <a:headEnd type="none" w="med" len="med"/>
            <a:tailEnd type="triangle" w="med" len="med"/>
          </a:ln>
        </p:spPr>
      </p:cxnSp>
      <p:cxnSp>
        <p:nvCxnSpPr>
          <p:cNvPr id="633126059" name="Google Shape;352;p55"/>
          <p:cNvCxnSpPr>
            <a:stCxn id="56955033" idx="6"/>
            <a:endCxn id="589894916" idx="2"/>
          </p:cNvCxnSpPr>
          <p:nvPr/>
        </p:nvCxnSpPr>
        <p:spPr bwMode="auto">
          <a:xfrm>
            <a:off x="4120098" y="4530533"/>
            <a:ext cx="502399" cy="0"/>
          </a:xfrm>
          <a:prstGeom prst="straightConnector1">
            <a:avLst/>
          </a:prstGeom>
          <a:noFill/>
          <a:ln w="9525" cap="flat" cmpd="sng">
            <a:solidFill>
              <a:schemeClr val="dk2"/>
            </a:solidFill>
            <a:prstDash val="solid"/>
            <a:round/>
            <a:headEnd type="none" w="med" len="med"/>
            <a:tailEnd type="triangle" w="med" len="med"/>
          </a:ln>
        </p:spPr>
      </p:cxnSp>
      <p:cxnSp>
        <p:nvCxnSpPr>
          <p:cNvPr id="1340497308" name="Google Shape;353;p55"/>
          <p:cNvCxnSpPr>
            <a:stCxn id="589894916" idx="6"/>
            <a:endCxn id="994929758" idx="2"/>
          </p:cNvCxnSpPr>
          <p:nvPr/>
        </p:nvCxnSpPr>
        <p:spPr bwMode="auto">
          <a:xfrm rot="10800000" flipH="1">
            <a:off x="4854549" y="4259733"/>
            <a:ext cx="647198" cy="270799"/>
          </a:xfrm>
          <a:prstGeom prst="straightConnector1">
            <a:avLst/>
          </a:prstGeom>
          <a:noFill/>
          <a:ln w="9525" cap="flat" cmpd="sng">
            <a:solidFill>
              <a:schemeClr val="dk2"/>
            </a:solidFill>
            <a:prstDash val="solid"/>
            <a:round/>
            <a:headEnd type="none" w="med" len="med"/>
            <a:tailEnd type="triangle" w="med" len="med"/>
          </a:ln>
        </p:spPr>
      </p:cxnSp>
      <p:grpSp>
        <p:nvGrpSpPr>
          <p:cNvPr id="172211765" name="Google Shape;355;p55"/>
          <p:cNvGrpSpPr/>
          <p:nvPr/>
        </p:nvGrpSpPr>
        <p:grpSpPr bwMode="auto">
          <a:xfrm>
            <a:off x="5487483" y="3660933"/>
            <a:ext cx="260799" cy="956399"/>
            <a:chOff x="2318199" y="3834666"/>
            <a:chExt cx="260799" cy="956399"/>
          </a:xfrm>
        </p:grpSpPr>
        <p:sp>
          <p:nvSpPr>
            <p:cNvPr id="621720982" name="Google Shape;356;p55"/>
            <p:cNvSpPr/>
            <p:nvPr/>
          </p:nvSpPr>
          <p:spPr bwMode="auto">
            <a:xfrm>
              <a:off x="2318199" y="3834666"/>
              <a:ext cx="260799" cy="956399"/>
            </a:xfrm>
            <a:prstGeom prst="roundRect">
              <a:avLst>
                <a:gd name="adj" fmla="val 16667"/>
              </a:avLst>
            </a:prstGeom>
            <a:solidFill>
              <a:schemeClr val="lt2"/>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98596397" name="Google Shape;357;p55"/>
            <p:cNvSpPr/>
            <p:nvPr/>
          </p:nvSpPr>
          <p:spPr bwMode="auto">
            <a:xfrm>
              <a:off x="2332599" y="38346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66526322" name="Google Shape;358;p55"/>
            <p:cNvSpPr/>
            <p:nvPr/>
          </p:nvSpPr>
          <p:spPr bwMode="auto">
            <a:xfrm>
              <a:off x="2332599" y="4076133"/>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94929758" name="Google Shape;354;p55"/>
            <p:cNvSpPr/>
            <p:nvPr/>
          </p:nvSpPr>
          <p:spPr bwMode="auto">
            <a:xfrm>
              <a:off x="2332599" y="4317599"/>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2190099" name="Google Shape;359;p55"/>
            <p:cNvSpPr/>
            <p:nvPr/>
          </p:nvSpPr>
          <p:spPr bwMode="auto">
            <a:xfrm>
              <a:off x="2332599" y="45590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1772048088" name="Google Shape;360;p55"/>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6A8AC056-CF2E-7960-2DBD-C92DDE245C2A}" type="slidenum">
              <a:rPr lang="en"/>
              <a:t>4</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6969701" name="Google Shape;365;p56"/>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Using RNN to translate</a:t>
            </a:r>
            <a:endParaRPr/>
          </a:p>
        </p:txBody>
      </p:sp>
      <p:sp>
        <p:nvSpPr>
          <p:cNvPr id="1101396582" name="Google Shape;366;p56"/>
          <p:cNvSpPr txBox="1"/>
          <p:nvPr>
            <p:ph type="body" idx="1"/>
          </p:nvPr>
        </p:nvSpPr>
        <p:spPr bwMode="auto">
          <a:xfrm>
            <a:off x="415599" y="1536633"/>
            <a:ext cx="11360799" cy="1621999"/>
          </a:xfrm>
          <a:prstGeom prst="rect">
            <a:avLst/>
          </a:prstGeom>
        </p:spPr>
        <p:txBody>
          <a:bodyPr spcFirstLastPara="1" wrap="square" lIns="91423" tIns="45699" rIns="91423" bIns="45699" anchor="t" anchorCtr="0">
            <a:normAutofit/>
          </a:bodyPr>
          <a:lstStyle/>
          <a:p>
            <a:pPr marL="457200" lvl="0" indent="-342900" algn="l" rtl="0">
              <a:spcBef>
                <a:spcPts val="279"/>
              </a:spcBef>
              <a:spcAft>
                <a:spcPts val="0"/>
              </a:spcAft>
              <a:buSzPts val="1800"/>
              <a:buChar char="➢"/>
              <a:defRPr/>
            </a:pPr>
            <a:r>
              <a:rPr lang="en"/>
              <a:t>Input (source sentence) = “Today is Thursday”</a:t>
            </a:r>
            <a:endParaRPr/>
          </a:p>
          <a:p>
            <a:pPr marL="457200" lvl="0" indent="-342900" algn="l" rtl="0">
              <a:spcBef>
                <a:spcPts val="0"/>
              </a:spcBef>
              <a:spcAft>
                <a:spcPts val="0"/>
              </a:spcAft>
              <a:buSzPts val="1800"/>
              <a:buChar char="➢"/>
              <a:defRPr/>
            </a:pPr>
            <a:r>
              <a:rPr lang="en"/>
              <a:t>Output (target sentence) = “aujourd'hui, c'est jeudi”</a:t>
            </a:r>
            <a:endParaRPr/>
          </a:p>
          <a:p>
            <a:pPr marL="457200" lvl="0" indent="-342900" algn="l" rtl="0">
              <a:spcBef>
                <a:spcPts val="0"/>
              </a:spcBef>
              <a:spcAft>
                <a:spcPts val="0"/>
              </a:spcAft>
              <a:buSzPts val="1800"/>
              <a:buChar char="➢"/>
              <a:defRPr/>
            </a:pPr>
            <a:r>
              <a:rPr lang="en"/>
              <a:t>In a consecutive translation setting</a:t>
            </a:r>
            <a:endParaRPr/>
          </a:p>
        </p:txBody>
      </p:sp>
      <p:grpSp>
        <p:nvGrpSpPr>
          <p:cNvPr id="241093363" name="Google Shape;367;p56"/>
          <p:cNvGrpSpPr/>
          <p:nvPr/>
        </p:nvGrpSpPr>
        <p:grpSpPr bwMode="auto">
          <a:xfrm>
            <a:off x="6299017" y="3338299"/>
            <a:ext cx="260799" cy="956399"/>
            <a:chOff x="2318199" y="3834666"/>
            <a:chExt cx="260799" cy="956399"/>
          </a:xfrm>
        </p:grpSpPr>
        <p:sp>
          <p:nvSpPr>
            <p:cNvPr id="385969393" name="Google Shape;368;p56"/>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12181362" name="Google Shape;369;p56"/>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41031739" name="Google Shape;370;p56"/>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2840690" name="Google Shape;371;p56"/>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8705723" name="Google Shape;372;p56"/>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1071108005" name="Google Shape;373;p56"/>
          <p:cNvSpPr txBox="1"/>
          <p:nvPr/>
        </p:nvSpPr>
        <p:spPr bwMode="auto">
          <a:xfrm>
            <a:off x="5797833" y="2820533"/>
            <a:ext cx="12631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aujourd'hui</a:t>
            </a:r>
            <a:endParaRPr sz="1200">
              <a:solidFill>
                <a:schemeClr val="dk1"/>
              </a:solidFill>
            </a:endParaRPr>
          </a:p>
        </p:txBody>
      </p:sp>
      <p:cxnSp>
        <p:nvCxnSpPr>
          <p:cNvPr id="775451784" name="Google Shape;374;p56"/>
          <p:cNvCxnSpPr>
            <a:stCxn id="814847718" idx="6"/>
            <a:endCxn id="1041031739" idx="2"/>
          </p:cNvCxnSpPr>
          <p:nvPr/>
        </p:nvCxnSpPr>
        <p:spPr bwMode="auto">
          <a:xfrm rot="10800000" flipH="1">
            <a:off x="5733883" y="3695598"/>
            <a:ext cx="579600" cy="322799"/>
          </a:xfrm>
          <a:prstGeom prst="straightConnector1">
            <a:avLst/>
          </a:prstGeom>
          <a:noFill/>
          <a:ln w="9525" cap="flat" cmpd="sng">
            <a:solidFill>
              <a:schemeClr val="dk2"/>
            </a:solidFill>
            <a:prstDash val="solid"/>
            <a:round/>
            <a:headEnd type="none" w="med" len="med"/>
            <a:tailEnd type="triangle" w="med" len="med"/>
          </a:ln>
        </p:spPr>
      </p:cxnSp>
      <p:grpSp>
        <p:nvGrpSpPr>
          <p:cNvPr id="1202727830" name="Google Shape;376;p56"/>
          <p:cNvGrpSpPr/>
          <p:nvPr/>
        </p:nvGrpSpPr>
        <p:grpSpPr bwMode="auto">
          <a:xfrm>
            <a:off x="6299017" y="4474366"/>
            <a:ext cx="260799" cy="956399"/>
            <a:chOff x="2318199" y="3834666"/>
            <a:chExt cx="260799" cy="956399"/>
          </a:xfrm>
        </p:grpSpPr>
        <p:sp>
          <p:nvSpPr>
            <p:cNvPr id="1775490456" name="Google Shape;377;p56"/>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1067895" name="Google Shape;378;p56"/>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33856634" name="Google Shape;379;p56"/>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7894967" name="Google Shape;380;p56"/>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10798204" name="Google Shape;381;p56"/>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763887134" name="Google Shape;382;p56"/>
          <p:cNvCxnSpPr>
            <a:stCxn id="21067895" idx="0"/>
            <a:endCxn id="208705723" idx="4"/>
          </p:cNvCxnSpPr>
          <p:nvPr/>
        </p:nvCxnSpPr>
        <p:spPr bwMode="auto">
          <a:xfrm rot="10800000">
            <a:off x="6429417" y="4294766"/>
            <a:ext cx="0" cy="179599"/>
          </a:xfrm>
          <a:prstGeom prst="straightConnector1">
            <a:avLst/>
          </a:prstGeom>
          <a:noFill/>
          <a:ln w="9525" cap="flat" cmpd="sng">
            <a:solidFill>
              <a:schemeClr val="dk2"/>
            </a:solidFill>
            <a:prstDash val="solid"/>
            <a:round/>
            <a:headEnd type="none" w="med" len="med"/>
            <a:tailEnd type="triangle" w="med" len="med"/>
          </a:ln>
        </p:spPr>
      </p:cxnSp>
      <p:sp>
        <p:nvSpPr>
          <p:cNvPr id="811165440" name="Google Shape;383;p56"/>
          <p:cNvSpPr txBox="1"/>
          <p:nvPr/>
        </p:nvSpPr>
        <p:spPr bwMode="auto">
          <a:xfrm>
            <a:off x="5975433" y="5514633"/>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&lt;start&gt;</a:t>
            </a:r>
            <a:endParaRPr sz="1200">
              <a:solidFill>
                <a:schemeClr val="dk1"/>
              </a:solidFill>
            </a:endParaRPr>
          </a:p>
        </p:txBody>
      </p:sp>
      <p:sp>
        <p:nvSpPr>
          <p:cNvPr id="1236622028" name="Google Shape;384;p56"/>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2356A791-B08A-7F31-01E4-083128F02406}" type="slidenum">
              <a:rPr lang="en"/>
              <a:t>5</a:t>
            </a:fld>
            <a:endParaRPr/>
          </a:p>
        </p:txBody>
      </p:sp>
      <p:pic>
        <p:nvPicPr>
          <p:cNvPr id="552145224" name="Google Shape;385;p56"/>
          <p:cNvPicPr/>
          <p:nvPr/>
        </p:nvPicPr>
        <p:blipFill rotWithShape="1">
          <a:blip r:embed="rId3">
            <a:alphaModFix/>
          </a:blip>
          <a:stretch/>
        </p:blipFill>
        <p:spPr bwMode="auto">
          <a:xfrm>
            <a:off x="6883433" y="3412562"/>
            <a:ext cx="5158767" cy="1929503"/>
          </a:xfrm>
          <a:prstGeom prst="rect">
            <a:avLst/>
          </a:prstGeom>
          <a:noFill/>
          <a:ln>
            <a:noFill/>
          </a:ln>
        </p:spPr>
      </p:pic>
      <p:grpSp>
        <p:nvGrpSpPr>
          <p:cNvPr id="262937497" name="Google Shape;386;p56"/>
          <p:cNvGrpSpPr/>
          <p:nvPr/>
        </p:nvGrpSpPr>
        <p:grpSpPr bwMode="auto">
          <a:xfrm>
            <a:off x="3139233" y="5090365"/>
            <a:ext cx="260799" cy="956399"/>
            <a:chOff x="2318199" y="3834666"/>
            <a:chExt cx="260799" cy="956399"/>
          </a:xfrm>
        </p:grpSpPr>
        <p:sp>
          <p:nvSpPr>
            <p:cNvPr id="1295670056" name="Google Shape;387;p56"/>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38338855" name="Google Shape;388;p56"/>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94397245" name="Google Shape;389;p56"/>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02241404" name="Google Shape;390;p56"/>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33608032" name="Google Shape;391;p56"/>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820926760" name="Google Shape;392;p56"/>
          <p:cNvGrpSpPr/>
          <p:nvPr/>
        </p:nvGrpSpPr>
        <p:grpSpPr bwMode="auto">
          <a:xfrm>
            <a:off x="3873683" y="5090365"/>
            <a:ext cx="260799" cy="956399"/>
            <a:chOff x="2318199" y="3834666"/>
            <a:chExt cx="260799" cy="956399"/>
          </a:xfrm>
        </p:grpSpPr>
        <p:sp>
          <p:nvSpPr>
            <p:cNvPr id="1532089888" name="Google Shape;393;p56"/>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36364991" name="Google Shape;394;p56"/>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34995120" name="Google Shape;395;p56"/>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77718995" name="Google Shape;396;p56"/>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68614357" name="Google Shape;397;p56"/>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546611325" name="Google Shape;398;p56"/>
          <p:cNvGrpSpPr/>
          <p:nvPr/>
        </p:nvGrpSpPr>
        <p:grpSpPr bwMode="auto">
          <a:xfrm>
            <a:off x="4608133" y="5090365"/>
            <a:ext cx="260799" cy="956399"/>
            <a:chOff x="2318199" y="3834666"/>
            <a:chExt cx="260799" cy="956399"/>
          </a:xfrm>
        </p:grpSpPr>
        <p:sp>
          <p:nvSpPr>
            <p:cNvPr id="138856251" name="Google Shape;399;p56"/>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93783372" name="Google Shape;400;p56"/>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85643023" name="Google Shape;401;p56"/>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11164408" name="Google Shape;402;p56"/>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243056008" name="Google Shape;403;p56"/>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739146138" name="Google Shape;404;p56"/>
          <p:cNvSpPr txBox="1"/>
          <p:nvPr/>
        </p:nvSpPr>
        <p:spPr bwMode="auto">
          <a:xfrm>
            <a:off x="2868766" y="6123933"/>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Today</a:t>
            </a:r>
            <a:endParaRPr sz="1200">
              <a:solidFill>
                <a:schemeClr val="dk1"/>
              </a:solidFill>
            </a:endParaRPr>
          </a:p>
        </p:txBody>
      </p:sp>
      <p:sp>
        <p:nvSpPr>
          <p:cNvPr id="51401619" name="Google Shape;405;p56"/>
          <p:cNvSpPr txBox="1"/>
          <p:nvPr/>
        </p:nvSpPr>
        <p:spPr bwMode="auto">
          <a:xfrm>
            <a:off x="3825066" y="6123933"/>
            <a:ext cx="569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is</a:t>
            </a:r>
            <a:endParaRPr sz="1200">
              <a:solidFill>
                <a:schemeClr val="dk1"/>
              </a:solidFill>
            </a:endParaRPr>
          </a:p>
        </p:txBody>
      </p:sp>
      <p:sp>
        <p:nvSpPr>
          <p:cNvPr id="2066977104" name="Google Shape;406;p56"/>
          <p:cNvSpPr txBox="1"/>
          <p:nvPr/>
        </p:nvSpPr>
        <p:spPr bwMode="auto">
          <a:xfrm>
            <a:off x="4259833" y="6123933"/>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Thursday</a:t>
            </a:r>
            <a:endParaRPr sz="1200">
              <a:solidFill>
                <a:schemeClr val="dk1"/>
              </a:solidFill>
            </a:endParaRPr>
          </a:p>
        </p:txBody>
      </p:sp>
      <p:grpSp>
        <p:nvGrpSpPr>
          <p:cNvPr id="1441800547" name="Google Shape;407;p56"/>
          <p:cNvGrpSpPr/>
          <p:nvPr/>
        </p:nvGrpSpPr>
        <p:grpSpPr bwMode="auto">
          <a:xfrm>
            <a:off x="3139250" y="3931599"/>
            <a:ext cx="260799" cy="956399"/>
            <a:chOff x="2318199" y="3834666"/>
            <a:chExt cx="260799" cy="956399"/>
          </a:xfrm>
        </p:grpSpPr>
        <p:sp>
          <p:nvSpPr>
            <p:cNvPr id="1978133616" name="Google Shape;408;p56"/>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31796260" name="Google Shape;409;p56"/>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78674143" name="Google Shape;410;p56"/>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78236962" name="Google Shape;411;p56"/>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29141635" name="Google Shape;412;p56"/>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336924595" name="Google Shape;413;p56"/>
          <p:cNvGrpSpPr/>
          <p:nvPr/>
        </p:nvGrpSpPr>
        <p:grpSpPr bwMode="auto">
          <a:xfrm>
            <a:off x="3873699" y="3931599"/>
            <a:ext cx="260799" cy="956399"/>
            <a:chOff x="2318199" y="3834666"/>
            <a:chExt cx="260799" cy="956399"/>
          </a:xfrm>
        </p:grpSpPr>
        <p:sp>
          <p:nvSpPr>
            <p:cNvPr id="1005099302" name="Google Shape;414;p56"/>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204539455" name="Google Shape;415;p56"/>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76193574" name="Google Shape;416;p56"/>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62302130" name="Google Shape;417;p56"/>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15697969" name="Google Shape;418;p56"/>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569586458" name="Google Shape;419;p56"/>
          <p:cNvGrpSpPr/>
          <p:nvPr/>
        </p:nvGrpSpPr>
        <p:grpSpPr bwMode="auto">
          <a:xfrm>
            <a:off x="4608150" y="3931599"/>
            <a:ext cx="260799" cy="956399"/>
            <a:chOff x="2318199" y="3834666"/>
            <a:chExt cx="260799" cy="956399"/>
          </a:xfrm>
        </p:grpSpPr>
        <p:sp>
          <p:nvSpPr>
            <p:cNvPr id="1696830608" name="Google Shape;420;p56"/>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18667064" name="Google Shape;421;p56"/>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29167410" name="Google Shape;422;p56"/>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91627196" name="Google Shape;423;p56"/>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19103784" name="Google Shape;424;p56"/>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2087495211" name="Google Shape;425;p56"/>
          <p:cNvCxnSpPr>
            <a:stCxn id="2038338855" idx="0"/>
            <a:endCxn id="1429141635" idx="4"/>
          </p:cNvCxnSpPr>
          <p:nvPr/>
        </p:nvCxnSpPr>
        <p:spPr bwMode="auto">
          <a:xfrm rot="10800000">
            <a:off x="326963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272673459" name="Google Shape;426;p56"/>
          <p:cNvCxnSpPr>
            <a:stCxn id="2036364991" idx="0"/>
            <a:endCxn id="1515697969" idx="4"/>
          </p:cNvCxnSpPr>
          <p:nvPr/>
        </p:nvCxnSpPr>
        <p:spPr bwMode="auto">
          <a:xfrm rot="10800000">
            <a:off x="400408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961130563" name="Google Shape;427;p56"/>
          <p:cNvCxnSpPr>
            <a:stCxn id="1793783372" idx="0"/>
            <a:endCxn id="419103784" idx="4"/>
          </p:cNvCxnSpPr>
          <p:nvPr/>
        </p:nvCxnSpPr>
        <p:spPr bwMode="auto">
          <a:xfrm rot="10800000">
            <a:off x="473853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67118269" name="Google Shape;428;p56"/>
          <p:cNvCxnSpPr>
            <a:stCxn id="1378236962" idx="6"/>
            <a:endCxn id="262302130" idx="2"/>
          </p:cNvCxnSpPr>
          <p:nvPr/>
        </p:nvCxnSpPr>
        <p:spPr bwMode="auto">
          <a:xfrm>
            <a:off x="3385650" y="4530533"/>
            <a:ext cx="502399" cy="0"/>
          </a:xfrm>
          <a:prstGeom prst="straightConnector1">
            <a:avLst/>
          </a:prstGeom>
          <a:noFill/>
          <a:ln w="9525" cap="flat" cmpd="sng">
            <a:solidFill>
              <a:schemeClr val="dk2"/>
            </a:solidFill>
            <a:prstDash val="solid"/>
            <a:round/>
            <a:headEnd type="none" w="med" len="med"/>
            <a:tailEnd type="triangle" w="med" len="med"/>
          </a:ln>
        </p:spPr>
      </p:cxnSp>
      <p:cxnSp>
        <p:nvCxnSpPr>
          <p:cNvPr id="517934577" name="Google Shape;429;p56"/>
          <p:cNvCxnSpPr>
            <a:stCxn id="262302130" idx="6"/>
            <a:endCxn id="691627196" idx="2"/>
          </p:cNvCxnSpPr>
          <p:nvPr/>
        </p:nvCxnSpPr>
        <p:spPr bwMode="auto">
          <a:xfrm>
            <a:off x="4120098" y="4530533"/>
            <a:ext cx="502399" cy="0"/>
          </a:xfrm>
          <a:prstGeom prst="straightConnector1">
            <a:avLst/>
          </a:prstGeom>
          <a:noFill/>
          <a:ln w="9525" cap="flat" cmpd="sng">
            <a:solidFill>
              <a:schemeClr val="dk2"/>
            </a:solidFill>
            <a:prstDash val="solid"/>
            <a:round/>
            <a:headEnd type="none" w="med" len="med"/>
            <a:tailEnd type="triangle" w="med" len="med"/>
          </a:ln>
        </p:spPr>
      </p:cxnSp>
      <p:grpSp>
        <p:nvGrpSpPr>
          <p:cNvPr id="1383630230" name="Google Shape;430;p56"/>
          <p:cNvGrpSpPr/>
          <p:nvPr/>
        </p:nvGrpSpPr>
        <p:grpSpPr bwMode="auto">
          <a:xfrm>
            <a:off x="5487483" y="3660933"/>
            <a:ext cx="260799" cy="956399"/>
            <a:chOff x="2318199" y="3834666"/>
            <a:chExt cx="260799" cy="956399"/>
          </a:xfrm>
        </p:grpSpPr>
        <p:sp>
          <p:nvSpPr>
            <p:cNvPr id="173515858" name="Google Shape;431;p56"/>
            <p:cNvSpPr/>
            <p:nvPr/>
          </p:nvSpPr>
          <p:spPr bwMode="auto">
            <a:xfrm>
              <a:off x="2318199" y="3834666"/>
              <a:ext cx="260799" cy="956399"/>
            </a:xfrm>
            <a:prstGeom prst="roundRect">
              <a:avLst>
                <a:gd name="adj" fmla="val 16667"/>
              </a:avLst>
            </a:prstGeom>
            <a:solidFill>
              <a:schemeClr val="lt2"/>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31510971" name="Google Shape;432;p56"/>
            <p:cNvSpPr/>
            <p:nvPr/>
          </p:nvSpPr>
          <p:spPr bwMode="auto">
            <a:xfrm>
              <a:off x="2332599" y="38346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14847718" name="Google Shape;375;p56"/>
            <p:cNvSpPr/>
            <p:nvPr/>
          </p:nvSpPr>
          <p:spPr bwMode="auto">
            <a:xfrm>
              <a:off x="2332599" y="4076133"/>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17918955" name="Google Shape;433;p56"/>
            <p:cNvSpPr/>
            <p:nvPr/>
          </p:nvSpPr>
          <p:spPr bwMode="auto">
            <a:xfrm>
              <a:off x="2332599" y="4317599"/>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00982002" name="Google Shape;434;p56"/>
            <p:cNvSpPr/>
            <p:nvPr/>
          </p:nvSpPr>
          <p:spPr bwMode="auto">
            <a:xfrm>
              <a:off x="2332599" y="45590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953172371" name="Google Shape;435;p56"/>
          <p:cNvCxnSpPr>
            <a:stCxn id="691627196" idx="6"/>
            <a:endCxn id="217918955" idx="2"/>
          </p:cNvCxnSpPr>
          <p:nvPr/>
        </p:nvCxnSpPr>
        <p:spPr bwMode="auto">
          <a:xfrm rot="10800000" flipH="1">
            <a:off x="4854549" y="4259733"/>
            <a:ext cx="647198" cy="270799"/>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3619794" name="Google Shape;440;p57"/>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Using RNN to translate</a:t>
            </a:r>
            <a:endParaRPr/>
          </a:p>
        </p:txBody>
      </p:sp>
      <p:sp>
        <p:nvSpPr>
          <p:cNvPr id="547466826" name="Google Shape;441;p57"/>
          <p:cNvSpPr txBox="1"/>
          <p:nvPr>
            <p:ph type="body" idx="1"/>
          </p:nvPr>
        </p:nvSpPr>
        <p:spPr bwMode="auto">
          <a:xfrm>
            <a:off x="415599" y="1536633"/>
            <a:ext cx="11360799" cy="1621999"/>
          </a:xfrm>
          <a:prstGeom prst="rect">
            <a:avLst/>
          </a:prstGeom>
        </p:spPr>
        <p:txBody>
          <a:bodyPr spcFirstLastPara="1" wrap="square" lIns="91423" tIns="45699" rIns="91423" bIns="45699" anchor="t" anchorCtr="0">
            <a:normAutofit/>
          </a:bodyPr>
          <a:lstStyle/>
          <a:p>
            <a:pPr marL="457200" lvl="0" indent="-342900" algn="l" rtl="0">
              <a:spcBef>
                <a:spcPts val="279"/>
              </a:spcBef>
              <a:spcAft>
                <a:spcPts val="0"/>
              </a:spcAft>
              <a:buSzPts val="1800"/>
              <a:buChar char="➢"/>
              <a:defRPr/>
            </a:pPr>
            <a:r>
              <a:rPr lang="en"/>
              <a:t>Input (source sentence) = “Today is Thursday”</a:t>
            </a:r>
            <a:endParaRPr/>
          </a:p>
          <a:p>
            <a:pPr marL="457200" lvl="0" indent="-342900" algn="l" rtl="0">
              <a:spcBef>
                <a:spcPts val="0"/>
              </a:spcBef>
              <a:spcAft>
                <a:spcPts val="0"/>
              </a:spcAft>
              <a:buSzPts val="1800"/>
              <a:buChar char="➢"/>
              <a:defRPr/>
            </a:pPr>
            <a:r>
              <a:rPr lang="en"/>
              <a:t>Output (target sentence) = “aujourd'hui, c'est jeudi”</a:t>
            </a:r>
            <a:endParaRPr/>
          </a:p>
          <a:p>
            <a:pPr marL="457200" lvl="0" indent="-342900" algn="l" rtl="0">
              <a:spcBef>
                <a:spcPts val="0"/>
              </a:spcBef>
              <a:spcAft>
                <a:spcPts val="0"/>
              </a:spcAft>
              <a:buSzPts val="1800"/>
              <a:buChar char="➢"/>
              <a:defRPr/>
            </a:pPr>
            <a:r>
              <a:rPr lang="en"/>
              <a:t>In a consecutive translation setting</a:t>
            </a:r>
            <a:endParaRPr/>
          </a:p>
        </p:txBody>
      </p:sp>
      <p:grpSp>
        <p:nvGrpSpPr>
          <p:cNvPr id="1109641898" name="Google Shape;442;p57"/>
          <p:cNvGrpSpPr/>
          <p:nvPr/>
        </p:nvGrpSpPr>
        <p:grpSpPr bwMode="auto">
          <a:xfrm>
            <a:off x="3139233" y="5090365"/>
            <a:ext cx="260799" cy="956399"/>
            <a:chOff x="2318199" y="3834666"/>
            <a:chExt cx="260799" cy="956399"/>
          </a:xfrm>
        </p:grpSpPr>
        <p:sp>
          <p:nvSpPr>
            <p:cNvPr id="1001790360" name="Google Shape;443;p57"/>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57970064" name="Google Shape;444;p57"/>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46520610" name="Google Shape;445;p57"/>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77547982" name="Google Shape;446;p57"/>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54232532" name="Google Shape;447;p57"/>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324443469" name="Google Shape;448;p57"/>
          <p:cNvGrpSpPr/>
          <p:nvPr/>
        </p:nvGrpSpPr>
        <p:grpSpPr bwMode="auto">
          <a:xfrm>
            <a:off x="3873683" y="5090365"/>
            <a:ext cx="260799" cy="956399"/>
            <a:chOff x="2318199" y="3834666"/>
            <a:chExt cx="260799" cy="956399"/>
          </a:xfrm>
        </p:grpSpPr>
        <p:sp>
          <p:nvSpPr>
            <p:cNvPr id="1242893430" name="Google Shape;449;p57"/>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49933940" name="Google Shape;450;p57"/>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88905384" name="Google Shape;451;p57"/>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18725930" name="Google Shape;452;p57"/>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39122827" name="Google Shape;453;p57"/>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2130511985" name="Google Shape;454;p57"/>
          <p:cNvGrpSpPr/>
          <p:nvPr/>
        </p:nvGrpSpPr>
        <p:grpSpPr bwMode="auto">
          <a:xfrm>
            <a:off x="4608133" y="5090365"/>
            <a:ext cx="260799" cy="956399"/>
            <a:chOff x="2318199" y="3834666"/>
            <a:chExt cx="260799" cy="956399"/>
          </a:xfrm>
        </p:grpSpPr>
        <p:sp>
          <p:nvSpPr>
            <p:cNvPr id="416788443" name="Google Shape;455;p57"/>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18754966" name="Google Shape;456;p57"/>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19663278" name="Google Shape;457;p57"/>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80838010" name="Google Shape;458;p57"/>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77044869" name="Google Shape;459;p57"/>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1902581339" name="Google Shape;460;p57"/>
          <p:cNvSpPr txBox="1"/>
          <p:nvPr/>
        </p:nvSpPr>
        <p:spPr bwMode="auto">
          <a:xfrm>
            <a:off x="2868766" y="6123933"/>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Today</a:t>
            </a:r>
            <a:endParaRPr sz="1200">
              <a:solidFill>
                <a:schemeClr val="dk1"/>
              </a:solidFill>
            </a:endParaRPr>
          </a:p>
        </p:txBody>
      </p:sp>
      <p:sp>
        <p:nvSpPr>
          <p:cNvPr id="561404918" name="Google Shape;461;p57"/>
          <p:cNvSpPr txBox="1"/>
          <p:nvPr/>
        </p:nvSpPr>
        <p:spPr bwMode="auto">
          <a:xfrm>
            <a:off x="3825066" y="6123933"/>
            <a:ext cx="569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is</a:t>
            </a:r>
            <a:endParaRPr sz="1200">
              <a:solidFill>
                <a:schemeClr val="dk1"/>
              </a:solidFill>
            </a:endParaRPr>
          </a:p>
        </p:txBody>
      </p:sp>
      <p:sp>
        <p:nvSpPr>
          <p:cNvPr id="1763582997" name="Google Shape;462;p57"/>
          <p:cNvSpPr txBox="1"/>
          <p:nvPr/>
        </p:nvSpPr>
        <p:spPr bwMode="auto">
          <a:xfrm>
            <a:off x="4259833" y="6123933"/>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Thursday</a:t>
            </a:r>
            <a:endParaRPr sz="1200">
              <a:solidFill>
                <a:schemeClr val="dk1"/>
              </a:solidFill>
            </a:endParaRPr>
          </a:p>
        </p:txBody>
      </p:sp>
      <p:grpSp>
        <p:nvGrpSpPr>
          <p:cNvPr id="1015719942" name="Google Shape;463;p57"/>
          <p:cNvGrpSpPr/>
          <p:nvPr/>
        </p:nvGrpSpPr>
        <p:grpSpPr bwMode="auto">
          <a:xfrm>
            <a:off x="3139250" y="3931599"/>
            <a:ext cx="260799" cy="956399"/>
            <a:chOff x="2318199" y="3834666"/>
            <a:chExt cx="260799" cy="956399"/>
          </a:xfrm>
        </p:grpSpPr>
        <p:sp>
          <p:nvSpPr>
            <p:cNvPr id="1188824073" name="Google Shape;464;p57"/>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29239039" name="Google Shape;465;p57"/>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933893159" name="Google Shape;466;p57"/>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1630255" name="Google Shape;467;p57"/>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8614794" name="Google Shape;468;p57"/>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752598757" name="Google Shape;469;p57"/>
          <p:cNvGrpSpPr/>
          <p:nvPr/>
        </p:nvGrpSpPr>
        <p:grpSpPr bwMode="auto">
          <a:xfrm>
            <a:off x="3873699" y="3931599"/>
            <a:ext cx="260799" cy="956399"/>
            <a:chOff x="2318199" y="3834666"/>
            <a:chExt cx="260799" cy="956399"/>
          </a:xfrm>
        </p:grpSpPr>
        <p:sp>
          <p:nvSpPr>
            <p:cNvPr id="1608078534" name="Google Shape;470;p57"/>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00978826" name="Google Shape;471;p57"/>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23455929" name="Google Shape;472;p57"/>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25294586" name="Google Shape;473;p57"/>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73621746" name="Google Shape;474;p57"/>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348163731" name="Google Shape;475;p57"/>
          <p:cNvGrpSpPr/>
          <p:nvPr/>
        </p:nvGrpSpPr>
        <p:grpSpPr bwMode="auto">
          <a:xfrm>
            <a:off x="4608150" y="3931599"/>
            <a:ext cx="260799" cy="956399"/>
            <a:chOff x="2318199" y="3834666"/>
            <a:chExt cx="260799" cy="956399"/>
          </a:xfrm>
        </p:grpSpPr>
        <p:sp>
          <p:nvSpPr>
            <p:cNvPr id="108582911" name="Google Shape;476;p57"/>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2210019" name="Google Shape;477;p57"/>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91123272" name="Google Shape;478;p57"/>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57091809" name="Google Shape;479;p57"/>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06064776" name="Google Shape;480;p57"/>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787589357" name="Google Shape;481;p57"/>
          <p:cNvCxnSpPr>
            <a:stCxn id="857970064" idx="0"/>
            <a:endCxn id="188614794" idx="4"/>
          </p:cNvCxnSpPr>
          <p:nvPr/>
        </p:nvCxnSpPr>
        <p:spPr bwMode="auto">
          <a:xfrm rot="10800000">
            <a:off x="326963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612962524" name="Google Shape;482;p57"/>
          <p:cNvCxnSpPr>
            <a:stCxn id="1849933940" idx="0"/>
            <a:endCxn id="1473621746" idx="4"/>
          </p:cNvCxnSpPr>
          <p:nvPr/>
        </p:nvCxnSpPr>
        <p:spPr bwMode="auto">
          <a:xfrm rot="10800000">
            <a:off x="400408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909172128" name="Google Shape;483;p57"/>
          <p:cNvCxnSpPr>
            <a:stCxn id="2018754966" idx="0"/>
            <a:endCxn id="506064776" idx="4"/>
          </p:cNvCxnSpPr>
          <p:nvPr/>
        </p:nvCxnSpPr>
        <p:spPr bwMode="auto">
          <a:xfrm rot="10800000">
            <a:off x="473853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351037691" name="Google Shape;484;p57"/>
          <p:cNvCxnSpPr>
            <a:stCxn id="131630255" idx="6"/>
            <a:endCxn id="1625294586" idx="2"/>
          </p:cNvCxnSpPr>
          <p:nvPr/>
        </p:nvCxnSpPr>
        <p:spPr bwMode="auto">
          <a:xfrm>
            <a:off x="3385650" y="4530533"/>
            <a:ext cx="502399" cy="0"/>
          </a:xfrm>
          <a:prstGeom prst="straightConnector1">
            <a:avLst/>
          </a:prstGeom>
          <a:noFill/>
          <a:ln w="9525" cap="flat" cmpd="sng">
            <a:solidFill>
              <a:schemeClr val="dk2"/>
            </a:solidFill>
            <a:prstDash val="solid"/>
            <a:round/>
            <a:headEnd type="none" w="med" len="med"/>
            <a:tailEnd type="triangle" w="med" len="med"/>
          </a:ln>
        </p:spPr>
      </p:cxnSp>
      <p:cxnSp>
        <p:nvCxnSpPr>
          <p:cNvPr id="1443201663" name="Google Shape;485;p57"/>
          <p:cNvCxnSpPr>
            <a:stCxn id="1625294586" idx="6"/>
            <a:endCxn id="357091809" idx="2"/>
          </p:cNvCxnSpPr>
          <p:nvPr/>
        </p:nvCxnSpPr>
        <p:spPr bwMode="auto">
          <a:xfrm>
            <a:off x="4120098" y="4530533"/>
            <a:ext cx="502399" cy="0"/>
          </a:xfrm>
          <a:prstGeom prst="straightConnector1">
            <a:avLst/>
          </a:prstGeom>
          <a:noFill/>
          <a:ln w="9525" cap="flat" cmpd="sng">
            <a:solidFill>
              <a:schemeClr val="dk2"/>
            </a:solidFill>
            <a:prstDash val="solid"/>
            <a:round/>
            <a:headEnd type="none" w="med" len="med"/>
            <a:tailEnd type="triangle" w="med" len="med"/>
          </a:ln>
        </p:spPr>
      </p:cxnSp>
      <p:grpSp>
        <p:nvGrpSpPr>
          <p:cNvPr id="582936067" name="Google Shape;486;p57"/>
          <p:cNvGrpSpPr/>
          <p:nvPr/>
        </p:nvGrpSpPr>
        <p:grpSpPr bwMode="auto">
          <a:xfrm>
            <a:off x="5487483" y="3660933"/>
            <a:ext cx="260799" cy="956399"/>
            <a:chOff x="2318199" y="3834666"/>
            <a:chExt cx="260799" cy="956399"/>
          </a:xfrm>
        </p:grpSpPr>
        <p:sp>
          <p:nvSpPr>
            <p:cNvPr id="637978194" name="Google Shape;487;p57"/>
            <p:cNvSpPr/>
            <p:nvPr/>
          </p:nvSpPr>
          <p:spPr bwMode="auto">
            <a:xfrm>
              <a:off x="2318199" y="3834666"/>
              <a:ext cx="260799" cy="956399"/>
            </a:xfrm>
            <a:prstGeom prst="roundRect">
              <a:avLst>
                <a:gd name="adj" fmla="val 16667"/>
              </a:avLst>
            </a:prstGeom>
            <a:solidFill>
              <a:schemeClr val="lt2"/>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16515639" name="Google Shape;488;p57"/>
            <p:cNvSpPr/>
            <p:nvPr/>
          </p:nvSpPr>
          <p:spPr bwMode="auto">
            <a:xfrm>
              <a:off x="2332599" y="38346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17341155" name="Google Shape;489;p57"/>
            <p:cNvSpPr/>
            <p:nvPr/>
          </p:nvSpPr>
          <p:spPr bwMode="auto">
            <a:xfrm>
              <a:off x="2332599" y="4076133"/>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43970969" name="Google Shape;490;p57"/>
            <p:cNvSpPr/>
            <p:nvPr/>
          </p:nvSpPr>
          <p:spPr bwMode="auto">
            <a:xfrm>
              <a:off x="2332599" y="4317599"/>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08107768" name="Google Shape;491;p57"/>
            <p:cNvSpPr/>
            <p:nvPr/>
          </p:nvSpPr>
          <p:spPr bwMode="auto">
            <a:xfrm>
              <a:off x="2332599" y="45590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363524150" name="Google Shape;492;p57"/>
          <p:cNvCxnSpPr>
            <a:stCxn id="357091809" idx="6"/>
            <a:endCxn id="1843970969" idx="2"/>
          </p:cNvCxnSpPr>
          <p:nvPr/>
        </p:nvCxnSpPr>
        <p:spPr bwMode="auto">
          <a:xfrm rot="10800000" flipH="1">
            <a:off x="4854549" y="4259733"/>
            <a:ext cx="647198" cy="270799"/>
          </a:xfrm>
          <a:prstGeom prst="straightConnector1">
            <a:avLst/>
          </a:prstGeom>
          <a:noFill/>
          <a:ln w="9525" cap="flat" cmpd="sng">
            <a:solidFill>
              <a:schemeClr val="dk2"/>
            </a:solidFill>
            <a:prstDash val="solid"/>
            <a:round/>
            <a:headEnd type="none" w="med" len="med"/>
            <a:tailEnd type="triangle" w="med" len="med"/>
          </a:ln>
        </p:spPr>
      </p:cxnSp>
      <p:grpSp>
        <p:nvGrpSpPr>
          <p:cNvPr id="1099574074" name="Google Shape;493;p57"/>
          <p:cNvGrpSpPr/>
          <p:nvPr/>
        </p:nvGrpSpPr>
        <p:grpSpPr bwMode="auto">
          <a:xfrm>
            <a:off x="6299017" y="3338299"/>
            <a:ext cx="260799" cy="956399"/>
            <a:chOff x="2318199" y="3834666"/>
            <a:chExt cx="260799" cy="956399"/>
          </a:xfrm>
        </p:grpSpPr>
        <p:sp>
          <p:nvSpPr>
            <p:cNvPr id="2134121647" name="Google Shape;494;p57"/>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80839947" name="Google Shape;495;p57"/>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29295363" name="Google Shape;496;p57"/>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41589337" name="Google Shape;497;p57"/>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44151373" name="Google Shape;498;p57"/>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1376951644" name="Google Shape;499;p57"/>
          <p:cNvSpPr txBox="1"/>
          <p:nvPr/>
        </p:nvSpPr>
        <p:spPr bwMode="auto">
          <a:xfrm>
            <a:off x="5797833" y="2820533"/>
            <a:ext cx="12631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aujourd'hui</a:t>
            </a:r>
            <a:endParaRPr sz="1200">
              <a:solidFill>
                <a:schemeClr val="dk1"/>
              </a:solidFill>
            </a:endParaRPr>
          </a:p>
        </p:txBody>
      </p:sp>
      <p:sp>
        <p:nvSpPr>
          <p:cNvPr id="696538163" name="Google Shape;500;p57"/>
          <p:cNvSpPr txBox="1"/>
          <p:nvPr/>
        </p:nvSpPr>
        <p:spPr bwMode="auto">
          <a:xfrm>
            <a:off x="6957099" y="2820533"/>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c'est</a:t>
            </a:r>
            <a:endParaRPr sz="1200">
              <a:solidFill>
                <a:schemeClr val="dk1"/>
              </a:solidFill>
            </a:endParaRPr>
          </a:p>
        </p:txBody>
      </p:sp>
      <p:grpSp>
        <p:nvGrpSpPr>
          <p:cNvPr id="1517885098" name="Google Shape;501;p57"/>
          <p:cNvGrpSpPr/>
          <p:nvPr/>
        </p:nvGrpSpPr>
        <p:grpSpPr bwMode="auto">
          <a:xfrm>
            <a:off x="7091650" y="3338299"/>
            <a:ext cx="260799" cy="956399"/>
            <a:chOff x="2318199" y="3834666"/>
            <a:chExt cx="260799" cy="956399"/>
          </a:xfrm>
        </p:grpSpPr>
        <p:sp>
          <p:nvSpPr>
            <p:cNvPr id="1116959031" name="Google Shape;502;p57"/>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60701702" name="Google Shape;503;p57"/>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49504098" name="Google Shape;504;p57"/>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07351788" name="Google Shape;505;p57"/>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54509208" name="Google Shape;506;p57"/>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764655009" name="Google Shape;507;p57"/>
          <p:cNvCxnSpPr>
            <a:stCxn id="1317341155" idx="6"/>
            <a:endCxn id="1729295363" idx="2"/>
          </p:cNvCxnSpPr>
          <p:nvPr/>
        </p:nvCxnSpPr>
        <p:spPr bwMode="auto">
          <a:xfrm rot="10800000" flipH="1">
            <a:off x="5733883" y="3695598"/>
            <a:ext cx="579600" cy="322799"/>
          </a:xfrm>
          <a:prstGeom prst="straightConnector1">
            <a:avLst/>
          </a:prstGeom>
          <a:noFill/>
          <a:ln w="9525" cap="flat" cmpd="sng">
            <a:solidFill>
              <a:schemeClr val="dk2"/>
            </a:solidFill>
            <a:prstDash val="solid"/>
            <a:round/>
            <a:headEnd type="none" w="med" len="med"/>
            <a:tailEnd type="triangle" w="med" len="med"/>
          </a:ln>
        </p:spPr>
      </p:cxnSp>
      <p:cxnSp>
        <p:nvCxnSpPr>
          <p:cNvPr id="48084707" name="Google Shape;508;p57"/>
          <p:cNvCxnSpPr>
            <a:stCxn id="1729295363" idx="6"/>
            <a:endCxn id="449504098" idx="2"/>
          </p:cNvCxnSpPr>
          <p:nvPr/>
        </p:nvCxnSpPr>
        <p:spPr bwMode="auto">
          <a:xfrm>
            <a:off x="6545417" y="3695766"/>
            <a:ext cx="560799" cy="0"/>
          </a:xfrm>
          <a:prstGeom prst="straightConnector1">
            <a:avLst/>
          </a:prstGeom>
          <a:noFill/>
          <a:ln w="9525" cap="flat" cmpd="sng">
            <a:solidFill>
              <a:schemeClr val="dk2"/>
            </a:solidFill>
            <a:prstDash val="solid"/>
            <a:round/>
            <a:headEnd type="none" w="med" len="med"/>
            <a:tailEnd type="triangle" w="med" len="med"/>
          </a:ln>
        </p:spPr>
      </p:cxnSp>
      <p:grpSp>
        <p:nvGrpSpPr>
          <p:cNvPr id="1679106254" name="Google Shape;509;p57"/>
          <p:cNvGrpSpPr/>
          <p:nvPr/>
        </p:nvGrpSpPr>
        <p:grpSpPr bwMode="auto">
          <a:xfrm>
            <a:off x="6299017" y="4474366"/>
            <a:ext cx="260799" cy="956399"/>
            <a:chOff x="2318199" y="3834666"/>
            <a:chExt cx="260799" cy="956399"/>
          </a:xfrm>
        </p:grpSpPr>
        <p:sp>
          <p:nvSpPr>
            <p:cNvPr id="1796958156" name="Google Shape;510;p57"/>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58339654" name="Google Shape;511;p57"/>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7209813" name="Google Shape;512;p57"/>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83802382" name="Google Shape;513;p57"/>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96587101" name="Google Shape;514;p57"/>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2049532673" name="Google Shape;515;p57"/>
          <p:cNvGrpSpPr/>
          <p:nvPr/>
        </p:nvGrpSpPr>
        <p:grpSpPr bwMode="auto">
          <a:xfrm>
            <a:off x="7091650" y="4474366"/>
            <a:ext cx="260799" cy="956399"/>
            <a:chOff x="2318199" y="3834666"/>
            <a:chExt cx="260799" cy="956399"/>
          </a:xfrm>
        </p:grpSpPr>
        <p:sp>
          <p:nvSpPr>
            <p:cNvPr id="844958674" name="Google Shape;516;p57"/>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8001246" name="Google Shape;517;p57"/>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40698136" name="Google Shape;518;p57"/>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85907787" name="Google Shape;519;p57"/>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19072645" name="Google Shape;520;p57"/>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903971208" name="Google Shape;521;p57"/>
          <p:cNvCxnSpPr>
            <a:stCxn id="658339654" idx="0"/>
            <a:endCxn id="1844151373" idx="4"/>
          </p:cNvCxnSpPr>
          <p:nvPr/>
        </p:nvCxnSpPr>
        <p:spPr bwMode="auto">
          <a:xfrm rot="10800000">
            <a:off x="6429417" y="4294766"/>
            <a:ext cx="0" cy="179599"/>
          </a:xfrm>
          <a:prstGeom prst="straightConnector1">
            <a:avLst/>
          </a:prstGeom>
          <a:noFill/>
          <a:ln w="9525" cap="flat" cmpd="sng">
            <a:solidFill>
              <a:schemeClr val="dk2"/>
            </a:solidFill>
            <a:prstDash val="solid"/>
            <a:round/>
            <a:headEnd type="none" w="med" len="med"/>
            <a:tailEnd type="triangle" w="med" len="med"/>
          </a:ln>
        </p:spPr>
      </p:cxnSp>
      <p:sp>
        <p:nvSpPr>
          <p:cNvPr id="1797382044" name="Google Shape;522;p57"/>
          <p:cNvSpPr txBox="1"/>
          <p:nvPr/>
        </p:nvSpPr>
        <p:spPr bwMode="auto">
          <a:xfrm>
            <a:off x="5975433" y="5514633"/>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&lt;start&gt;</a:t>
            </a:r>
            <a:endParaRPr sz="1200">
              <a:solidFill>
                <a:schemeClr val="dk1"/>
              </a:solidFill>
            </a:endParaRPr>
          </a:p>
        </p:txBody>
      </p:sp>
      <p:sp>
        <p:nvSpPr>
          <p:cNvPr id="520943261" name="Google Shape;523;p57"/>
          <p:cNvSpPr txBox="1"/>
          <p:nvPr/>
        </p:nvSpPr>
        <p:spPr bwMode="auto">
          <a:xfrm>
            <a:off x="6724999" y="5514633"/>
            <a:ext cx="12631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aujourd'hui</a:t>
            </a:r>
            <a:endParaRPr sz="1200">
              <a:solidFill>
                <a:schemeClr val="dk1"/>
              </a:solidFill>
            </a:endParaRPr>
          </a:p>
        </p:txBody>
      </p:sp>
      <p:cxnSp>
        <p:nvCxnSpPr>
          <p:cNvPr id="1174755476" name="Google Shape;524;p57"/>
          <p:cNvCxnSpPr>
            <a:stCxn id="108001246" idx="0"/>
            <a:endCxn id="1554509208" idx="4"/>
          </p:cNvCxnSpPr>
          <p:nvPr/>
        </p:nvCxnSpPr>
        <p:spPr bwMode="auto">
          <a:xfrm rot="10800000">
            <a:off x="7222050" y="4294766"/>
            <a:ext cx="0" cy="179599"/>
          </a:xfrm>
          <a:prstGeom prst="straightConnector1">
            <a:avLst/>
          </a:prstGeom>
          <a:noFill/>
          <a:ln w="9525" cap="flat" cmpd="sng">
            <a:solidFill>
              <a:schemeClr val="dk2"/>
            </a:solidFill>
            <a:prstDash val="solid"/>
            <a:round/>
            <a:headEnd type="none" w="med" len="med"/>
            <a:tailEnd type="triangle" w="med" len="med"/>
          </a:ln>
        </p:spPr>
      </p:cxnSp>
      <p:cxnSp>
        <p:nvCxnSpPr>
          <p:cNvPr id="637073727" name="Google Shape;525;p57"/>
          <p:cNvCxnSpPr>
            <a:stCxn id="1376951644" idx="0"/>
            <a:endCxn id="520943261" idx="2"/>
          </p:cNvCxnSpPr>
          <p:nvPr/>
        </p:nvCxnSpPr>
        <p:spPr bwMode="auto">
          <a:xfrm rot="-5400000" flipH="1">
            <a:off x="5299833" y="3950133"/>
            <a:ext cx="3186399" cy="927199"/>
          </a:xfrm>
          <a:prstGeom prst="curvedConnector5">
            <a:avLst>
              <a:gd name="adj1" fmla="val -9964"/>
              <a:gd name="adj2" fmla="val 47264"/>
              <a:gd name="adj3" fmla="val 109967"/>
            </a:avLst>
          </a:prstGeom>
          <a:noFill/>
          <a:ln w="9525" cap="flat" cmpd="sng">
            <a:solidFill>
              <a:schemeClr val="dk2"/>
            </a:solidFill>
            <a:prstDash val="dash"/>
            <a:round/>
            <a:headEnd type="none" w="med" len="med"/>
            <a:tailEnd type="stealth" w="med" len="med"/>
          </a:ln>
        </p:spPr>
      </p:cxnSp>
      <p:sp>
        <p:nvSpPr>
          <p:cNvPr id="477541294" name="Google Shape;526;p57"/>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371926C3-FBC9-F9C3-BBCF-95231F58F4C5}" type="slidenum">
              <a:rPr lang="en"/>
              <a:t>6</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7854331" name="Google Shape;531;p58"/>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Using RNN to translate</a:t>
            </a:r>
            <a:endParaRPr/>
          </a:p>
        </p:txBody>
      </p:sp>
      <p:sp>
        <p:nvSpPr>
          <p:cNvPr id="1813291952" name="Google Shape;532;p58"/>
          <p:cNvSpPr txBox="1"/>
          <p:nvPr>
            <p:ph type="body" idx="1"/>
          </p:nvPr>
        </p:nvSpPr>
        <p:spPr bwMode="auto">
          <a:xfrm>
            <a:off x="415599" y="1536633"/>
            <a:ext cx="11360799" cy="1621999"/>
          </a:xfrm>
          <a:prstGeom prst="rect">
            <a:avLst/>
          </a:prstGeom>
        </p:spPr>
        <p:txBody>
          <a:bodyPr spcFirstLastPara="1" wrap="square" lIns="91423" tIns="45699" rIns="91423" bIns="45699" anchor="t" anchorCtr="0">
            <a:normAutofit/>
          </a:bodyPr>
          <a:lstStyle/>
          <a:p>
            <a:pPr marL="457200" lvl="0" indent="-342900" algn="l" rtl="0">
              <a:spcBef>
                <a:spcPts val="279"/>
              </a:spcBef>
              <a:spcAft>
                <a:spcPts val="0"/>
              </a:spcAft>
              <a:buSzPts val="1800"/>
              <a:buChar char="➢"/>
              <a:defRPr/>
            </a:pPr>
            <a:r>
              <a:rPr lang="en"/>
              <a:t>Input (source sentence) = “Today is Thursday”</a:t>
            </a:r>
            <a:endParaRPr/>
          </a:p>
          <a:p>
            <a:pPr marL="457200" lvl="0" indent="-342900" algn="l" rtl="0">
              <a:spcBef>
                <a:spcPts val="0"/>
              </a:spcBef>
              <a:spcAft>
                <a:spcPts val="0"/>
              </a:spcAft>
              <a:buSzPts val="1800"/>
              <a:buChar char="➢"/>
              <a:defRPr/>
            </a:pPr>
            <a:r>
              <a:rPr lang="en"/>
              <a:t>Output (target sentence) = “aujourd'hui, c'est jeudi”</a:t>
            </a:r>
            <a:endParaRPr/>
          </a:p>
          <a:p>
            <a:pPr marL="457200" lvl="0" indent="-342900" algn="l" rtl="0">
              <a:spcBef>
                <a:spcPts val="0"/>
              </a:spcBef>
              <a:spcAft>
                <a:spcPts val="0"/>
              </a:spcAft>
              <a:buSzPts val="1800"/>
              <a:buChar char="➢"/>
              <a:defRPr/>
            </a:pPr>
            <a:r>
              <a:rPr lang="en"/>
              <a:t>In a consecutive translation setting</a:t>
            </a:r>
            <a:endParaRPr/>
          </a:p>
        </p:txBody>
      </p:sp>
      <p:grpSp>
        <p:nvGrpSpPr>
          <p:cNvPr id="1321799153" name="Google Shape;533;p58"/>
          <p:cNvGrpSpPr/>
          <p:nvPr/>
        </p:nvGrpSpPr>
        <p:grpSpPr bwMode="auto">
          <a:xfrm>
            <a:off x="3139233" y="5090365"/>
            <a:ext cx="260799" cy="956399"/>
            <a:chOff x="2318199" y="3834666"/>
            <a:chExt cx="260799" cy="956399"/>
          </a:xfrm>
        </p:grpSpPr>
        <p:sp>
          <p:nvSpPr>
            <p:cNvPr id="421568252" name="Google Shape;534;p58"/>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28111140" name="Google Shape;535;p58"/>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76918439" name="Google Shape;536;p58"/>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44113619" name="Google Shape;537;p58"/>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85026842" name="Google Shape;538;p58"/>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632354105" name="Google Shape;539;p58"/>
          <p:cNvGrpSpPr/>
          <p:nvPr/>
        </p:nvGrpSpPr>
        <p:grpSpPr bwMode="auto">
          <a:xfrm>
            <a:off x="3873683" y="5090365"/>
            <a:ext cx="260799" cy="956399"/>
            <a:chOff x="2318199" y="3834666"/>
            <a:chExt cx="260799" cy="956399"/>
          </a:xfrm>
        </p:grpSpPr>
        <p:sp>
          <p:nvSpPr>
            <p:cNvPr id="200545460" name="Google Shape;540;p58"/>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19190019" name="Google Shape;541;p58"/>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21085845" name="Google Shape;542;p58"/>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68078558" name="Google Shape;543;p58"/>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79587807" name="Google Shape;544;p58"/>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936691992" name="Google Shape;545;p58"/>
          <p:cNvGrpSpPr/>
          <p:nvPr/>
        </p:nvGrpSpPr>
        <p:grpSpPr bwMode="auto">
          <a:xfrm>
            <a:off x="4608133" y="5090365"/>
            <a:ext cx="260799" cy="956399"/>
            <a:chOff x="2318199" y="3834666"/>
            <a:chExt cx="260799" cy="956399"/>
          </a:xfrm>
        </p:grpSpPr>
        <p:sp>
          <p:nvSpPr>
            <p:cNvPr id="1790342522" name="Google Shape;546;p58"/>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89809853" name="Google Shape;547;p58"/>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5900804" name="Google Shape;548;p58"/>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60062049" name="Google Shape;549;p58"/>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704240274" name="Google Shape;550;p58"/>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943373811" name="Google Shape;551;p58"/>
          <p:cNvSpPr txBox="1"/>
          <p:nvPr/>
        </p:nvSpPr>
        <p:spPr bwMode="auto">
          <a:xfrm>
            <a:off x="2868766" y="6123933"/>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Today</a:t>
            </a:r>
            <a:endParaRPr sz="1200">
              <a:solidFill>
                <a:schemeClr val="dk1"/>
              </a:solidFill>
            </a:endParaRPr>
          </a:p>
        </p:txBody>
      </p:sp>
      <p:sp>
        <p:nvSpPr>
          <p:cNvPr id="135799342" name="Google Shape;552;p58"/>
          <p:cNvSpPr txBox="1"/>
          <p:nvPr/>
        </p:nvSpPr>
        <p:spPr bwMode="auto">
          <a:xfrm>
            <a:off x="3825066" y="6123933"/>
            <a:ext cx="569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is</a:t>
            </a:r>
            <a:endParaRPr sz="1200">
              <a:solidFill>
                <a:schemeClr val="dk1"/>
              </a:solidFill>
            </a:endParaRPr>
          </a:p>
        </p:txBody>
      </p:sp>
      <p:sp>
        <p:nvSpPr>
          <p:cNvPr id="1193726494" name="Google Shape;553;p58"/>
          <p:cNvSpPr txBox="1"/>
          <p:nvPr/>
        </p:nvSpPr>
        <p:spPr bwMode="auto">
          <a:xfrm>
            <a:off x="4259833" y="6123933"/>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Thursday</a:t>
            </a:r>
            <a:endParaRPr sz="1200">
              <a:solidFill>
                <a:schemeClr val="dk1"/>
              </a:solidFill>
            </a:endParaRPr>
          </a:p>
        </p:txBody>
      </p:sp>
      <p:grpSp>
        <p:nvGrpSpPr>
          <p:cNvPr id="1916031960" name="Google Shape;554;p58"/>
          <p:cNvGrpSpPr/>
          <p:nvPr/>
        </p:nvGrpSpPr>
        <p:grpSpPr bwMode="auto">
          <a:xfrm>
            <a:off x="3139250" y="3931599"/>
            <a:ext cx="260799" cy="956399"/>
            <a:chOff x="2318199" y="3834666"/>
            <a:chExt cx="260799" cy="956399"/>
          </a:xfrm>
        </p:grpSpPr>
        <p:sp>
          <p:nvSpPr>
            <p:cNvPr id="1910768273" name="Google Shape;555;p58"/>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19756191" name="Google Shape;556;p58"/>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41668239" name="Google Shape;557;p58"/>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78240311" name="Google Shape;558;p58"/>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76208604" name="Google Shape;559;p58"/>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03619304" name="Google Shape;560;p58"/>
          <p:cNvGrpSpPr/>
          <p:nvPr/>
        </p:nvGrpSpPr>
        <p:grpSpPr bwMode="auto">
          <a:xfrm>
            <a:off x="3873699" y="3931599"/>
            <a:ext cx="260799" cy="956399"/>
            <a:chOff x="2318199" y="3834666"/>
            <a:chExt cx="260799" cy="956399"/>
          </a:xfrm>
        </p:grpSpPr>
        <p:sp>
          <p:nvSpPr>
            <p:cNvPr id="981748143" name="Google Shape;561;p58"/>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7966580" name="Google Shape;562;p58"/>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41182241" name="Google Shape;563;p58"/>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988111440" name="Google Shape;564;p58"/>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82127655" name="Google Shape;565;p58"/>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709196486" name="Google Shape;566;p58"/>
          <p:cNvGrpSpPr/>
          <p:nvPr/>
        </p:nvGrpSpPr>
        <p:grpSpPr bwMode="auto">
          <a:xfrm>
            <a:off x="4608150" y="3931599"/>
            <a:ext cx="260799" cy="956399"/>
            <a:chOff x="2318199" y="3834666"/>
            <a:chExt cx="260799" cy="956399"/>
          </a:xfrm>
        </p:grpSpPr>
        <p:sp>
          <p:nvSpPr>
            <p:cNvPr id="50507060" name="Google Shape;567;p58"/>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12326679" name="Google Shape;568;p58"/>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94210509" name="Google Shape;569;p58"/>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263997702" name="Google Shape;570;p58"/>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756650044" name="Google Shape;571;p58"/>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895699915" name="Google Shape;572;p58"/>
          <p:cNvCxnSpPr>
            <a:stCxn id="628111140" idx="0"/>
            <a:endCxn id="1776208604" idx="4"/>
          </p:cNvCxnSpPr>
          <p:nvPr/>
        </p:nvCxnSpPr>
        <p:spPr bwMode="auto">
          <a:xfrm rot="10800000">
            <a:off x="326963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2078288069" name="Google Shape;573;p58"/>
          <p:cNvCxnSpPr>
            <a:stCxn id="1019190019" idx="0"/>
            <a:endCxn id="982127655" idx="4"/>
          </p:cNvCxnSpPr>
          <p:nvPr/>
        </p:nvCxnSpPr>
        <p:spPr bwMode="auto">
          <a:xfrm rot="10800000">
            <a:off x="400408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650530089" name="Google Shape;574;p58"/>
          <p:cNvCxnSpPr>
            <a:stCxn id="1189809853" idx="0"/>
            <a:endCxn id="756650044" idx="4"/>
          </p:cNvCxnSpPr>
          <p:nvPr/>
        </p:nvCxnSpPr>
        <p:spPr bwMode="auto">
          <a:xfrm rot="10800000">
            <a:off x="4738533" y="4887966"/>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565932412" name="Google Shape;575;p58"/>
          <p:cNvCxnSpPr>
            <a:stCxn id="678240311" idx="6"/>
            <a:endCxn id="1988111440" idx="2"/>
          </p:cNvCxnSpPr>
          <p:nvPr/>
        </p:nvCxnSpPr>
        <p:spPr bwMode="auto">
          <a:xfrm>
            <a:off x="3385650" y="4530533"/>
            <a:ext cx="502399" cy="0"/>
          </a:xfrm>
          <a:prstGeom prst="straightConnector1">
            <a:avLst/>
          </a:prstGeom>
          <a:noFill/>
          <a:ln w="9525" cap="flat" cmpd="sng">
            <a:solidFill>
              <a:schemeClr val="dk2"/>
            </a:solidFill>
            <a:prstDash val="solid"/>
            <a:round/>
            <a:headEnd type="none" w="med" len="med"/>
            <a:tailEnd type="triangle" w="med" len="med"/>
          </a:ln>
        </p:spPr>
      </p:cxnSp>
      <p:cxnSp>
        <p:nvCxnSpPr>
          <p:cNvPr id="1896109810" name="Google Shape;576;p58"/>
          <p:cNvCxnSpPr>
            <a:stCxn id="1988111440" idx="6"/>
            <a:endCxn id="1263997702" idx="2"/>
          </p:cNvCxnSpPr>
          <p:nvPr/>
        </p:nvCxnSpPr>
        <p:spPr bwMode="auto">
          <a:xfrm>
            <a:off x="4120098" y="4530533"/>
            <a:ext cx="502399" cy="0"/>
          </a:xfrm>
          <a:prstGeom prst="straightConnector1">
            <a:avLst/>
          </a:prstGeom>
          <a:noFill/>
          <a:ln w="9525" cap="flat" cmpd="sng">
            <a:solidFill>
              <a:schemeClr val="dk2"/>
            </a:solidFill>
            <a:prstDash val="solid"/>
            <a:round/>
            <a:headEnd type="none" w="med" len="med"/>
            <a:tailEnd type="triangle" w="med" len="med"/>
          </a:ln>
        </p:spPr>
      </p:cxnSp>
      <p:grpSp>
        <p:nvGrpSpPr>
          <p:cNvPr id="1621196878" name="Google Shape;577;p58"/>
          <p:cNvGrpSpPr/>
          <p:nvPr/>
        </p:nvGrpSpPr>
        <p:grpSpPr bwMode="auto">
          <a:xfrm>
            <a:off x="5487483" y="3660933"/>
            <a:ext cx="260799" cy="956399"/>
            <a:chOff x="2318199" y="3834666"/>
            <a:chExt cx="260799" cy="956399"/>
          </a:xfrm>
        </p:grpSpPr>
        <p:sp>
          <p:nvSpPr>
            <p:cNvPr id="1350532543" name="Google Shape;578;p58"/>
            <p:cNvSpPr/>
            <p:nvPr/>
          </p:nvSpPr>
          <p:spPr bwMode="auto">
            <a:xfrm>
              <a:off x="2318199" y="3834666"/>
              <a:ext cx="260799" cy="956399"/>
            </a:xfrm>
            <a:prstGeom prst="roundRect">
              <a:avLst>
                <a:gd name="adj" fmla="val 16667"/>
              </a:avLst>
            </a:prstGeom>
            <a:solidFill>
              <a:schemeClr val="lt2"/>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81978526" name="Google Shape;579;p58"/>
            <p:cNvSpPr/>
            <p:nvPr/>
          </p:nvSpPr>
          <p:spPr bwMode="auto">
            <a:xfrm>
              <a:off x="2332599" y="38346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967768008" name="Google Shape;580;p58"/>
            <p:cNvSpPr/>
            <p:nvPr/>
          </p:nvSpPr>
          <p:spPr bwMode="auto">
            <a:xfrm>
              <a:off x="2332599" y="4076133"/>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44738788" name="Google Shape;581;p58"/>
            <p:cNvSpPr/>
            <p:nvPr/>
          </p:nvSpPr>
          <p:spPr bwMode="auto">
            <a:xfrm>
              <a:off x="2332599" y="4317599"/>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37025135" name="Google Shape;582;p58"/>
            <p:cNvSpPr/>
            <p:nvPr/>
          </p:nvSpPr>
          <p:spPr bwMode="auto">
            <a:xfrm>
              <a:off x="2332599" y="45590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181976509" name="Google Shape;583;p58"/>
          <p:cNvCxnSpPr>
            <a:stCxn id="1263997702" idx="6"/>
            <a:endCxn id="544738788" idx="2"/>
          </p:cNvCxnSpPr>
          <p:nvPr/>
        </p:nvCxnSpPr>
        <p:spPr bwMode="auto">
          <a:xfrm rot="10800000" flipH="1">
            <a:off x="4854549" y="4259733"/>
            <a:ext cx="647198" cy="270799"/>
          </a:xfrm>
          <a:prstGeom prst="straightConnector1">
            <a:avLst/>
          </a:prstGeom>
          <a:noFill/>
          <a:ln w="9525" cap="flat" cmpd="sng">
            <a:solidFill>
              <a:schemeClr val="dk2"/>
            </a:solidFill>
            <a:prstDash val="solid"/>
            <a:round/>
            <a:headEnd type="none" w="med" len="med"/>
            <a:tailEnd type="triangle" w="med" len="med"/>
          </a:ln>
        </p:spPr>
      </p:cxnSp>
      <p:grpSp>
        <p:nvGrpSpPr>
          <p:cNvPr id="408947798" name="Google Shape;584;p58"/>
          <p:cNvGrpSpPr/>
          <p:nvPr/>
        </p:nvGrpSpPr>
        <p:grpSpPr bwMode="auto">
          <a:xfrm>
            <a:off x="6299017" y="3338299"/>
            <a:ext cx="260799" cy="956399"/>
            <a:chOff x="2318199" y="3834666"/>
            <a:chExt cx="260799" cy="956399"/>
          </a:xfrm>
        </p:grpSpPr>
        <p:sp>
          <p:nvSpPr>
            <p:cNvPr id="819100890" name="Google Shape;585;p58"/>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12257905" name="Google Shape;586;p58"/>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60961867" name="Google Shape;587;p58"/>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06798476" name="Google Shape;588;p58"/>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3724878" name="Google Shape;589;p58"/>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1163096825" name="Google Shape;590;p58"/>
          <p:cNvSpPr txBox="1"/>
          <p:nvPr/>
        </p:nvSpPr>
        <p:spPr bwMode="auto">
          <a:xfrm>
            <a:off x="5797833" y="2820533"/>
            <a:ext cx="12631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aujourd'hui</a:t>
            </a:r>
            <a:endParaRPr sz="1200">
              <a:solidFill>
                <a:schemeClr val="dk1"/>
              </a:solidFill>
            </a:endParaRPr>
          </a:p>
        </p:txBody>
      </p:sp>
      <p:sp>
        <p:nvSpPr>
          <p:cNvPr id="1939326590" name="Google Shape;591;p58"/>
          <p:cNvSpPr txBox="1"/>
          <p:nvPr/>
        </p:nvSpPr>
        <p:spPr bwMode="auto">
          <a:xfrm>
            <a:off x="6957099" y="2820533"/>
            <a:ext cx="7035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c'est</a:t>
            </a:r>
            <a:endParaRPr sz="1200">
              <a:solidFill>
                <a:schemeClr val="dk1"/>
              </a:solidFill>
            </a:endParaRPr>
          </a:p>
        </p:txBody>
      </p:sp>
      <p:grpSp>
        <p:nvGrpSpPr>
          <p:cNvPr id="1159190040" name="Google Shape;592;p58"/>
          <p:cNvGrpSpPr/>
          <p:nvPr/>
        </p:nvGrpSpPr>
        <p:grpSpPr bwMode="auto">
          <a:xfrm>
            <a:off x="7091650" y="3338299"/>
            <a:ext cx="260799" cy="956399"/>
            <a:chOff x="2318199" y="3834666"/>
            <a:chExt cx="260799" cy="956399"/>
          </a:xfrm>
        </p:grpSpPr>
        <p:sp>
          <p:nvSpPr>
            <p:cNvPr id="322603537" name="Google Shape;593;p58"/>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12345503" name="Google Shape;594;p58"/>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83428637" name="Google Shape;595;p58"/>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0417334" name="Google Shape;596;p58"/>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0086749" name="Google Shape;597;p58"/>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369625983" name="Google Shape;598;p58"/>
          <p:cNvCxnSpPr>
            <a:stCxn id="1967768008" idx="6"/>
            <a:endCxn id="260961867" idx="2"/>
          </p:cNvCxnSpPr>
          <p:nvPr/>
        </p:nvCxnSpPr>
        <p:spPr bwMode="auto">
          <a:xfrm rot="10800000" flipH="1">
            <a:off x="5733883" y="3695598"/>
            <a:ext cx="579600" cy="322799"/>
          </a:xfrm>
          <a:prstGeom prst="straightConnector1">
            <a:avLst/>
          </a:prstGeom>
          <a:noFill/>
          <a:ln w="9525" cap="flat" cmpd="sng">
            <a:solidFill>
              <a:schemeClr val="dk2"/>
            </a:solidFill>
            <a:prstDash val="solid"/>
            <a:round/>
            <a:headEnd type="none" w="med" len="med"/>
            <a:tailEnd type="triangle" w="med" len="med"/>
          </a:ln>
        </p:spPr>
      </p:cxnSp>
      <p:cxnSp>
        <p:nvCxnSpPr>
          <p:cNvPr id="766681637" name="Google Shape;599;p58"/>
          <p:cNvCxnSpPr>
            <a:stCxn id="260961867" idx="6"/>
            <a:endCxn id="1783428637" idx="2"/>
          </p:cNvCxnSpPr>
          <p:nvPr/>
        </p:nvCxnSpPr>
        <p:spPr bwMode="auto">
          <a:xfrm>
            <a:off x="6545417" y="3695766"/>
            <a:ext cx="560799" cy="0"/>
          </a:xfrm>
          <a:prstGeom prst="straightConnector1">
            <a:avLst/>
          </a:prstGeom>
          <a:noFill/>
          <a:ln w="9525" cap="flat" cmpd="sng">
            <a:solidFill>
              <a:schemeClr val="dk2"/>
            </a:solidFill>
            <a:prstDash val="solid"/>
            <a:round/>
            <a:headEnd type="none" w="med" len="med"/>
            <a:tailEnd type="triangle" w="med" len="med"/>
          </a:ln>
        </p:spPr>
      </p:cxnSp>
      <p:grpSp>
        <p:nvGrpSpPr>
          <p:cNvPr id="1741545825" name="Google Shape;600;p58"/>
          <p:cNvGrpSpPr/>
          <p:nvPr/>
        </p:nvGrpSpPr>
        <p:grpSpPr bwMode="auto">
          <a:xfrm>
            <a:off x="6299017" y="4474366"/>
            <a:ext cx="260799" cy="956399"/>
            <a:chOff x="2318199" y="3834666"/>
            <a:chExt cx="260799" cy="956399"/>
          </a:xfrm>
        </p:grpSpPr>
        <p:sp>
          <p:nvSpPr>
            <p:cNvPr id="850137490" name="Google Shape;601;p58"/>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96336494" name="Google Shape;602;p58"/>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23268056" name="Google Shape;603;p58"/>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2693481" name="Google Shape;604;p58"/>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26272681" name="Google Shape;605;p58"/>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895136181" name="Google Shape;606;p58"/>
          <p:cNvGrpSpPr/>
          <p:nvPr/>
        </p:nvGrpSpPr>
        <p:grpSpPr bwMode="auto">
          <a:xfrm>
            <a:off x="7091650" y="4474366"/>
            <a:ext cx="260799" cy="956399"/>
            <a:chOff x="2318199" y="3834666"/>
            <a:chExt cx="260799" cy="956399"/>
          </a:xfrm>
        </p:grpSpPr>
        <p:sp>
          <p:nvSpPr>
            <p:cNvPr id="167436943" name="Google Shape;607;p58"/>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41552755" name="Google Shape;608;p58"/>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84237393" name="Google Shape;609;p58"/>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711965523" name="Google Shape;610;p58"/>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08383205" name="Google Shape;611;p58"/>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698029297" name="Google Shape;612;p58"/>
          <p:cNvCxnSpPr>
            <a:stCxn id="1596336494" idx="0"/>
            <a:endCxn id="143724878" idx="4"/>
          </p:cNvCxnSpPr>
          <p:nvPr/>
        </p:nvCxnSpPr>
        <p:spPr bwMode="auto">
          <a:xfrm rot="10800000">
            <a:off x="6429417" y="4294766"/>
            <a:ext cx="0" cy="179599"/>
          </a:xfrm>
          <a:prstGeom prst="straightConnector1">
            <a:avLst/>
          </a:prstGeom>
          <a:noFill/>
          <a:ln w="9525" cap="flat" cmpd="sng">
            <a:solidFill>
              <a:schemeClr val="dk2"/>
            </a:solidFill>
            <a:prstDash val="solid"/>
            <a:round/>
            <a:headEnd type="none" w="med" len="med"/>
            <a:tailEnd type="triangle" w="med" len="med"/>
          </a:ln>
        </p:spPr>
      </p:cxnSp>
      <p:sp>
        <p:nvSpPr>
          <p:cNvPr id="1657594090" name="Google Shape;613;p58"/>
          <p:cNvSpPr txBox="1"/>
          <p:nvPr/>
        </p:nvSpPr>
        <p:spPr bwMode="auto">
          <a:xfrm>
            <a:off x="5975433" y="5514633"/>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&lt;start&gt;</a:t>
            </a:r>
            <a:endParaRPr sz="1200">
              <a:solidFill>
                <a:schemeClr val="dk1"/>
              </a:solidFill>
            </a:endParaRPr>
          </a:p>
        </p:txBody>
      </p:sp>
      <p:sp>
        <p:nvSpPr>
          <p:cNvPr id="545560062" name="Google Shape;614;p58"/>
          <p:cNvSpPr txBox="1"/>
          <p:nvPr/>
        </p:nvSpPr>
        <p:spPr bwMode="auto">
          <a:xfrm>
            <a:off x="6724999" y="5514633"/>
            <a:ext cx="12631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aujourd'hui</a:t>
            </a:r>
            <a:endParaRPr sz="1200">
              <a:solidFill>
                <a:schemeClr val="dk1"/>
              </a:solidFill>
            </a:endParaRPr>
          </a:p>
        </p:txBody>
      </p:sp>
      <p:cxnSp>
        <p:nvCxnSpPr>
          <p:cNvPr id="736313746" name="Google Shape;615;p58"/>
          <p:cNvCxnSpPr>
            <a:stCxn id="1841552755" idx="0"/>
            <a:endCxn id="100086749" idx="4"/>
          </p:cNvCxnSpPr>
          <p:nvPr/>
        </p:nvCxnSpPr>
        <p:spPr bwMode="auto">
          <a:xfrm rot="10800000">
            <a:off x="7222050" y="4294766"/>
            <a:ext cx="0" cy="179599"/>
          </a:xfrm>
          <a:prstGeom prst="straightConnector1">
            <a:avLst/>
          </a:prstGeom>
          <a:noFill/>
          <a:ln w="9525" cap="flat" cmpd="sng">
            <a:solidFill>
              <a:schemeClr val="dk2"/>
            </a:solidFill>
            <a:prstDash val="solid"/>
            <a:round/>
            <a:headEnd type="none" w="med" len="med"/>
            <a:tailEnd type="triangle" w="med" len="med"/>
          </a:ln>
        </p:spPr>
      </p:cxnSp>
      <p:cxnSp>
        <p:nvCxnSpPr>
          <p:cNvPr id="2093020597" name="Google Shape;616;p58"/>
          <p:cNvCxnSpPr>
            <a:stCxn id="1163096825" idx="0"/>
            <a:endCxn id="545560062" idx="2"/>
          </p:cNvCxnSpPr>
          <p:nvPr/>
        </p:nvCxnSpPr>
        <p:spPr bwMode="auto">
          <a:xfrm rot="-5400000" flipH="1">
            <a:off x="5299833" y="3950133"/>
            <a:ext cx="3186399" cy="927199"/>
          </a:xfrm>
          <a:prstGeom prst="curvedConnector5">
            <a:avLst>
              <a:gd name="adj1" fmla="val -9964"/>
              <a:gd name="adj2" fmla="val 47264"/>
              <a:gd name="adj3" fmla="val 109967"/>
            </a:avLst>
          </a:prstGeom>
          <a:noFill/>
          <a:ln w="9525" cap="flat" cmpd="sng">
            <a:solidFill>
              <a:schemeClr val="dk2"/>
            </a:solidFill>
            <a:prstDash val="dash"/>
            <a:round/>
            <a:headEnd type="none" w="med" len="med"/>
            <a:tailEnd type="stealth" w="med" len="med"/>
          </a:ln>
        </p:spPr>
      </p:cxnSp>
      <p:sp>
        <p:nvSpPr>
          <p:cNvPr id="776530393" name="Google Shape;617;p58"/>
          <p:cNvSpPr txBox="1"/>
          <p:nvPr/>
        </p:nvSpPr>
        <p:spPr bwMode="auto">
          <a:xfrm>
            <a:off x="7699899" y="2820533"/>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jeudi</a:t>
            </a:r>
            <a:endParaRPr sz="1200">
              <a:solidFill>
                <a:schemeClr val="dk1"/>
              </a:solidFill>
            </a:endParaRPr>
          </a:p>
        </p:txBody>
      </p:sp>
      <p:grpSp>
        <p:nvGrpSpPr>
          <p:cNvPr id="594233598" name="Google Shape;618;p58"/>
          <p:cNvGrpSpPr/>
          <p:nvPr/>
        </p:nvGrpSpPr>
        <p:grpSpPr bwMode="auto">
          <a:xfrm>
            <a:off x="7884283" y="3338299"/>
            <a:ext cx="260799" cy="956399"/>
            <a:chOff x="2318199" y="3834666"/>
            <a:chExt cx="260799" cy="956399"/>
          </a:xfrm>
        </p:grpSpPr>
        <p:sp>
          <p:nvSpPr>
            <p:cNvPr id="1972004176" name="Google Shape;619;p58"/>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16777829" name="Google Shape;620;p58"/>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06311915" name="Google Shape;621;p58"/>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31349964" name="Google Shape;622;p58"/>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9204349" name="Google Shape;623;p58"/>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286012811" name="Google Shape;624;p58"/>
          <p:cNvGrpSpPr/>
          <p:nvPr/>
        </p:nvGrpSpPr>
        <p:grpSpPr bwMode="auto">
          <a:xfrm>
            <a:off x="7884283" y="4474366"/>
            <a:ext cx="260799" cy="956399"/>
            <a:chOff x="2318199" y="3834666"/>
            <a:chExt cx="260799" cy="956399"/>
          </a:xfrm>
        </p:grpSpPr>
        <p:sp>
          <p:nvSpPr>
            <p:cNvPr id="1252568863" name="Google Shape;625;p58"/>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06966614" name="Google Shape;626;p58"/>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91423923" name="Google Shape;627;p58"/>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998364418" name="Google Shape;628;p58"/>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76703108" name="Google Shape;629;p58"/>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662480394" name="Google Shape;630;p58"/>
          <p:cNvSpPr txBox="1"/>
          <p:nvPr/>
        </p:nvSpPr>
        <p:spPr bwMode="auto">
          <a:xfrm>
            <a:off x="7884266" y="5514633"/>
            <a:ext cx="7035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c'est</a:t>
            </a:r>
            <a:endParaRPr sz="1200">
              <a:solidFill>
                <a:schemeClr val="dk1"/>
              </a:solidFill>
            </a:endParaRPr>
          </a:p>
        </p:txBody>
      </p:sp>
      <p:cxnSp>
        <p:nvCxnSpPr>
          <p:cNvPr id="413138082" name="Google Shape;631;p58"/>
          <p:cNvCxnSpPr>
            <a:stCxn id="1783428637" idx="6"/>
            <a:endCxn id="1606311915" idx="2"/>
          </p:cNvCxnSpPr>
          <p:nvPr/>
        </p:nvCxnSpPr>
        <p:spPr bwMode="auto">
          <a:xfrm>
            <a:off x="7338050" y="3695766"/>
            <a:ext cx="560799" cy="0"/>
          </a:xfrm>
          <a:prstGeom prst="straightConnector1">
            <a:avLst/>
          </a:prstGeom>
          <a:noFill/>
          <a:ln w="9525" cap="flat" cmpd="sng">
            <a:solidFill>
              <a:schemeClr val="dk2"/>
            </a:solidFill>
            <a:prstDash val="solid"/>
            <a:round/>
            <a:headEnd type="none" w="med" len="med"/>
            <a:tailEnd type="triangle" w="med" len="med"/>
          </a:ln>
        </p:spPr>
      </p:cxnSp>
      <p:cxnSp>
        <p:nvCxnSpPr>
          <p:cNvPr id="1056309567" name="Google Shape;632;p58"/>
          <p:cNvCxnSpPr>
            <a:stCxn id="1006966614" idx="0"/>
            <a:endCxn id="39204349" idx="4"/>
          </p:cNvCxnSpPr>
          <p:nvPr/>
        </p:nvCxnSpPr>
        <p:spPr bwMode="auto">
          <a:xfrm rot="10800000">
            <a:off x="8014683" y="4294766"/>
            <a:ext cx="0" cy="179599"/>
          </a:xfrm>
          <a:prstGeom prst="straightConnector1">
            <a:avLst/>
          </a:prstGeom>
          <a:noFill/>
          <a:ln w="9525" cap="flat" cmpd="sng">
            <a:solidFill>
              <a:schemeClr val="dk2"/>
            </a:solidFill>
            <a:prstDash val="solid"/>
            <a:round/>
            <a:headEnd type="none" w="med" len="med"/>
            <a:tailEnd type="triangle" w="med" len="med"/>
          </a:ln>
        </p:spPr>
      </p:cxnSp>
      <p:cxnSp>
        <p:nvCxnSpPr>
          <p:cNvPr id="1042484355" name="Google Shape;633;p58"/>
          <p:cNvCxnSpPr>
            <a:stCxn id="1939326590" idx="0"/>
            <a:endCxn id="662480394" idx="2"/>
          </p:cNvCxnSpPr>
          <p:nvPr/>
        </p:nvCxnSpPr>
        <p:spPr bwMode="auto">
          <a:xfrm rot="-5400000" flipH="1">
            <a:off x="6179299" y="3950133"/>
            <a:ext cx="3186399" cy="927199"/>
          </a:xfrm>
          <a:prstGeom prst="curvedConnector5">
            <a:avLst>
              <a:gd name="adj1" fmla="val -9964"/>
              <a:gd name="adj2" fmla="val 49998"/>
              <a:gd name="adj3" fmla="val 109967"/>
            </a:avLst>
          </a:prstGeom>
          <a:noFill/>
          <a:ln w="9525" cap="flat" cmpd="sng">
            <a:solidFill>
              <a:schemeClr val="dk2"/>
            </a:solidFill>
            <a:prstDash val="dash"/>
            <a:round/>
            <a:headEnd type="none" w="med" len="med"/>
            <a:tailEnd type="stealth" w="med" len="med"/>
          </a:ln>
        </p:spPr>
      </p:cxnSp>
      <p:sp>
        <p:nvSpPr>
          <p:cNvPr id="648649943" name="Google Shape;634;p58"/>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7648F16D-E353-669C-C7D0-328F9AC0C6C5}" type="slidenum">
              <a:rPr lang="en"/>
              <a:t>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6715237" name="Google Shape;639;p59"/>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Using RNN to translate</a:t>
            </a:r>
            <a:endParaRPr/>
          </a:p>
        </p:txBody>
      </p:sp>
      <p:sp>
        <p:nvSpPr>
          <p:cNvPr id="1545510513" name="Google Shape;640;p59"/>
          <p:cNvSpPr txBox="1"/>
          <p:nvPr>
            <p:ph type="body" idx="1"/>
          </p:nvPr>
        </p:nvSpPr>
        <p:spPr bwMode="auto">
          <a:xfrm>
            <a:off x="415599" y="1536633"/>
            <a:ext cx="11360799" cy="1621999"/>
          </a:xfrm>
          <a:prstGeom prst="rect">
            <a:avLst/>
          </a:prstGeom>
        </p:spPr>
        <p:txBody>
          <a:bodyPr spcFirstLastPara="1" wrap="square" lIns="91423" tIns="45699" rIns="91423" bIns="45699" anchor="t" anchorCtr="0">
            <a:normAutofit/>
          </a:bodyPr>
          <a:lstStyle/>
          <a:p>
            <a:pPr marL="457200" lvl="0" indent="-342900" algn="l" rtl="0">
              <a:spcBef>
                <a:spcPts val="279"/>
              </a:spcBef>
              <a:spcAft>
                <a:spcPts val="0"/>
              </a:spcAft>
              <a:buSzPts val="1800"/>
              <a:buChar char="➢"/>
              <a:defRPr/>
            </a:pPr>
            <a:r>
              <a:rPr lang="en"/>
              <a:t>Input (source sentence) = “Today is Thursday”</a:t>
            </a:r>
            <a:endParaRPr/>
          </a:p>
          <a:p>
            <a:pPr marL="457200" lvl="0" indent="-342900" algn="l" rtl="0">
              <a:spcBef>
                <a:spcPts val="0"/>
              </a:spcBef>
              <a:spcAft>
                <a:spcPts val="0"/>
              </a:spcAft>
              <a:buSzPts val="1800"/>
              <a:buChar char="➢"/>
              <a:defRPr/>
            </a:pPr>
            <a:r>
              <a:rPr lang="en"/>
              <a:t>Output (target sentence) = “aujourd'hui, c'est jeudi”</a:t>
            </a:r>
            <a:endParaRPr/>
          </a:p>
          <a:p>
            <a:pPr marL="457200" lvl="0" indent="-342900" algn="l" rtl="0">
              <a:spcBef>
                <a:spcPts val="0"/>
              </a:spcBef>
              <a:spcAft>
                <a:spcPts val="0"/>
              </a:spcAft>
              <a:buSzPts val="1800"/>
              <a:buChar char="➢"/>
              <a:defRPr/>
            </a:pPr>
            <a:r>
              <a:rPr lang="en"/>
              <a:t>In a consecutive translation setting</a:t>
            </a:r>
            <a:endParaRPr/>
          </a:p>
        </p:txBody>
      </p:sp>
      <p:grpSp>
        <p:nvGrpSpPr>
          <p:cNvPr id="601314077" name="Google Shape;641;p59"/>
          <p:cNvGrpSpPr/>
          <p:nvPr/>
        </p:nvGrpSpPr>
        <p:grpSpPr bwMode="auto">
          <a:xfrm>
            <a:off x="2558866" y="5274133"/>
            <a:ext cx="260799" cy="956399"/>
            <a:chOff x="2318199" y="3834666"/>
            <a:chExt cx="260799" cy="956399"/>
          </a:xfrm>
        </p:grpSpPr>
        <p:sp>
          <p:nvSpPr>
            <p:cNvPr id="736020639" name="Google Shape;642;p59"/>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79942019" name="Google Shape;643;p59"/>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13028806" name="Google Shape;644;p59"/>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34199593" name="Google Shape;645;p59"/>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70549633" name="Google Shape;646;p59"/>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406874835" name="Google Shape;647;p59"/>
          <p:cNvGrpSpPr/>
          <p:nvPr/>
        </p:nvGrpSpPr>
        <p:grpSpPr bwMode="auto">
          <a:xfrm>
            <a:off x="3293317" y="5274133"/>
            <a:ext cx="260799" cy="956399"/>
            <a:chOff x="2318199" y="3834666"/>
            <a:chExt cx="260799" cy="956399"/>
          </a:xfrm>
        </p:grpSpPr>
        <p:sp>
          <p:nvSpPr>
            <p:cNvPr id="426185106" name="Google Shape;648;p59"/>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66874798" name="Google Shape;649;p59"/>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76435677" name="Google Shape;650;p59"/>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18844950" name="Google Shape;651;p59"/>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39572756" name="Google Shape;652;p59"/>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2111473130" name="Google Shape;653;p59"/>
          <p:cNvGrpSpPr/>
          <p:nvPr/>
        </p:nvGrpSpPr>
        <p:grpSpPr bwMode="auto">
          <a:xfrm>
            <a:off x="4027766" y="5274133"/>
            <a:ext cx="260799" cy="956399"/>
            <a:chOff x="2318199" y="3834666"/>
            <a:chExt cx="260799" cy="956399"/>
          </a:xfrm>
        </p:grpSpPr>
        <p:sp>
          <p:nvSpPr>
            <p:cNvPr id="50932585" name="Google Shape;654;p59"/>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00452761" name="Google Shape;655;p59"/>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9376623" name="Google Shape;656;p59"/>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64088576" name="Google Shape;657;p59"/>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56115952" name="Google Shape;658;p59"/>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2015209715" name="Google Shape;659;p59"/>
          <p:cNvSpPr txBox="1"/>
          <p:nvPr/>
        </p:nvSpPr>
        <p:spPr bwMode="auto">
          <a:xfrm>
            <a:off x="2288399" y="6307699"/>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Today</a:t>
            </a:r>
            <a:endParaRPr sz="1200">
              <a:solidFill>
                <a:schemeClr val="dk1"/>
              </a:solidFill>
            </a:endParaRPr>
          </a:p>
        </p:txBody>
      </p:sp>
      <p:sp>
        <p:nvSpPr>
          <p:cNvPr id="1692783951" name="Google Shape;660;p59"/>
          <p:cNvSpPr txBox="1"/>
          <p:nvPr/>
        </p:nvSpPr>
        <p:spPr bwMode="auto">
          <a:xfrm>
            <a:off x="3244699" y="6307699"/>
            <a:ext cx="569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is</a:t>
            </a:r>
            <a:endParaRPr sz="1200">
              <a:solidFill>
                <a:schemeClr val="dk1"/>
              </a:solidFill>
            </a:endParaRPr>
          </a:p>
        </p:txBody>
      </p:sp>
      <p:sp>
        <p:nvSpPr>
          <p:cNvPr id="682696586" name="Google Shape;661;p59"/>
          <p:cNvSpPr txBox="1"/>
          <p:nvPr/>
        </p:nvSpPr>
        <p:spPr bwMode="auto">
          <a:xfrm>
            <a:off x="3679466" y="6307699"/>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Thursday</a:t>
            </a:r>
            <a:endParaRPr sz="1200">
              <a:solidFill>
                <a:schemeClr val="dk1"/>
              </a:solidFill>
            </a:endParaRPr>
          </a:p>
        </p:txBody>
      </p:sp>
      <p:grpSp>
        <p:nvGrpSpPr>
          <p:cNvPr id="72365597" name="Google Shape;662;p59"/>
          <p:cNvGrpSpPr/>
          <p:nvPr/>
        </p:nvGrpSpPr>
        <p:grpSpPr bwMode="auto">
          <a:xfrm>
            <a:off x="2558883" y="4115365"/>
            <a:ext cx="260799" cy="956399"/>
            <a:chOff x="2318199" y="3834666"/>
            <a:chExt cx="260799" cy="956399"/>
          </a:xfrm>
        </p:grpSpPr>
        <p:sp>
          <p:nvSpPr>
            <p:cNvPr id="761150763" name="Google Shape;663;p59"/>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02943278" name="Google Shape;664;p59"/>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24211127" name="Google Shape;665;p59"/>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86958732" name="Google Shape;666;p59"/>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71096903" name="Google Shape;667;p59"/>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518738993" name="Google Shape;668;p59"/>
          <p:cNvGrpSpPr/>
          <p:nvPr/>
        </p:nvGrpSpPr>
        <p:grpSpPr bwMode="auto">
          <a:xfrm>
            <a:off x="3293333" y="4115365"/>
            <a:ext cx="260799" cy="956399"/>
            <a:chOff x="2318199" y="3834666"/>
            <a:chExt cx="260799" cy="956399"/>
          </a:xfrm>
        </p:grpSpPr>
        <p:sp>
          <p:nvSpPr>
            <p:cNvPr id="2138473317" name="Google Shape;669;p59"/>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06745818" name="Google Shape;670;p59"/>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6959515" name="Google Shape;671;p59"/>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42888818" name="Google Shape;672;p59"/>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97580008" name="Google Shape;673;p59"/>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224356021" name="Google Shape;674;p59"/>
          <p:cNvGrpSpPr/>
          <p:nvPr/>
        </p:nvGrpSpPr>
        <p:grpSpPr bwMode="auto">
          <a:xfrm>
            <a:off x="4027783" y="4115365"/>
            <a:ext cx="260799" cy="956399"/>
            <a:chOff x="2318199" y="3834666"/>
            <a:chExt cx="260799" cy="956399"/>
          </a:xfrm>
        </p:grpSpPr>
        <p:sp>
          <p:nvSpPr>
            <p:cNvPr id="794357508" name="Google Shape;675;p59"/>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90981583" name="Google Shape;676;p59"/>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57043817" name="Google Shape;677;p59"/>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103471542" name="Google Shape;678;p59"/>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5198728" name="Google Shape;679;p59"/>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610205488" name="Google Shape;680;p59"/>
          <p:cNvCxnSpPr>
            <a:stCxn id="379942019" idx="0"/>
            <a:endCxn id="1671096903" idx="4"/>
          </p:cNvCxnSpPr>
          <p:nvPr/>
        </p:nvCxnSpPr>
        <p:spPr bwMode="auto">
          <a:xfrm rot="10800000">
            <a:off x="2689266" y="5071733"/>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318297766" name="Google Shape;681;p59"/>
          <p:cNvCxnSpPr>
            <a:stCxn id="966874798" idx="0"/>
            <a:endCxn id="1897580008" idx="4"/>
          </p:cNvCxnSpPr>
          <p:nvPr/>
        </p:nvCxnSpPr>
        <p:spPr bwMode="auto">
          <a:xfrm rot="10800000">
            <a:off x="3423717" y="5071733"/>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8280894" name="Google Shape;682;p59"/>
          <p:cNvCxnSpPr>
            <a:stCxn id="1500452761" idx="0"/>
            <a:endCxn id="25198728" idx="4"/>
          </p:cNvCxnSpPr>
          <p:nvPr/>
        </p:nvCxnSpPr>
        <p:spPr bwMode="auto">
          <a:xfrm rot="10800000">
            <a:off x="4158166" y="5071733"/>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148909478" name="Google Shape;683;p59"/>
          <p:cNvCxnSpPr>
            <a:stCxn id="1786958732" idx="6"/>
            <a:endCxn id="1442888818" idx="2"/>
          </p:cNvCxnSpPr>
          <p:nvPr/>
        </p:nvCxnSpPr>
        <p:spPr bwMode="auto">
          <a:xfrm>
            <a:off x="2805283" y="4714299"/>
            <a:ext cx="502399" cy="0"/>
          </a:xfrm>
          <a:prstGeom prst="straightConnector1">
            <a:avLst/>
          </a:prstGeom>
          <a:noFill/>
          <a:ln w="9525" cap="flat" cmpd="sng">
            <a:solidFill>
              <a:schemeClr val="dk2"/>
            </a:solidFill>
            <a:prstDash val="solid"/>
            <a:round/>
            <a:headEnd type="none" w="med" len="med"/>
            <a:tailEnd type="triangle" w="med" len="med"/>
          </a:ln>
        </p:spPr>
      </p:cxnSp>
      <p:cxnSp>
        <p:nvCxnSpPr>
          <p:cNvPr id="1925601576" name="Google Shape;684;p59"/>
          <p:cNvCxnSpPr>
            <a:stCxn id="1442888818" idx="6"/>
            <a:endCxn id="2103471542" idx="2"/>
          </p:cNvCxnSpPr>
          <p:nvPr/>
        </p:nvCxnSpPr>
        <p:spPr bwMode="auto">
          <a:xfrm>
            <a:off x="3539733" y="4714299"/>
            <a:ext cx="502399" cy="0"/>
          </a:xfrm>
          <a:prstGeom prst="straightConnector1">
            <a:avLst/>
          </a:prstGeom>
          <a:noFill/>
          <a:ln w="9525" cap="flat" cmpd="sng">
            <a:solidFill>
              <a:schemeClr val="dk2"/>
            </a:solidFill>
            <a:prstDash val="solid"/>
            <a:round/>
            <a:headEnd type="none" w="med" len="med"/>
            <a:tailEnd type="triangle" w="med" len="med"/>
          </a:ln>
        </p:spPr>
      </p:cxnSp>
      <p:grpSp>
        <p:nvGrpSpPr>
          <p:cNvPr id="587243800" name="Google Shape;685;p59"/>
          <p:cNvGrpSpPr/>
          <p:nvPr/>
        </p:nvGrpSpPr>
        <p:grpSpPr bwMode="auto">
          <a:xfrm>
            <a:off x="4907117" y="3844699"/>
            <a:ext cx="260799" cy="956399"/>
            <a:chOff x="2318199" y="3834666"/>
            <a:chExt cx="260799" cy="956399"/>
          </a:xfrm>
        </p:grpSpPr>
        <p:sp>
          <p:nvSpPr>
            <p:cNvPr id="1731519648" name="Google Shape;686;p59"/>
            <p:cNvSpPr/>
            <p:nvPr/>
          </p:nvSpPr>
          <p:spPr bwMode="auto">
            <a:xfrm>
              <a:off x="2318199" y="3834666"/>
              <a:ext cx="260799" cy="956399"/>
            </a:xfrm>
            <a:prstGeom prst="roundRect">
              <a:avLst>
                <a:gd name="adj" fmla="val 16667"/>
              </a:avLst>
            </a:prstGeom>
            <a:solidFill>
              <a:schemeClr val="lt2"/>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13330617" name="Google Shape;687;p59"/>
            <p:cNvSpPr/>
            <p:nvPr/>
          </p:nvSpPr>
          <p:spPr bwMode="auto">
            <a:xfrm>
              <a:off x="2332599" y="38346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86125932" name="Google Shape;688;p59"/>
            <p:cNvSpPr/>
            <p:nvPr/>
          </p:nvSpPr>
          <p:spPr bwMode="auto">
            <a:xfrm>
              <a:off x="2332599" y="4076133"/>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262325040" name="Google Shape;689;p59"/>
            <p:cNvSpPr/>
            <p:nvPr/>
          </p:nvSpPr>
          <p:spPr bwMode="auto">
            <a:xfrm>
              <a:off x="2332599" y="4317599"/>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19714568" name="Google Shape;690;p59"/>
            <p:cNvSpPr/>
            <p:nvPr/>
          </p:nvSpPr>
          <p:spPr bwMode="auto">
            <a:xfrm>
              <a:off x="2332599" y="45590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2141372041" name="Google Shape;691;p59"/>
          <p:cNvCxnSpPr>
            <a:stCxn id="2103471542" idx="6"/>
            <a:endCxn id="1262325040" idx="2"/>
          </p:cNvCxnSpPr>
          <p:nvPr/>
        </p:nvCxnSpPr>
        <p:spPr bwMode="auto">
          <a:xfrm rot="10800000" flipH="1">
            <a:off x="4274183" y="4443499"/>
            <a:ext cx="647198" cy="270799"/>
          </a:xfrm>
          <a:prstGeom prst="straightConnector1">
            <a:avLst/>
          </a:prstGeom>
          <a:noFill/>
          <a:ln w="9525" cap="flat" cmpd="sng">
            <a:solidFill>
              <a:schemeClr val="dk2"/>
            </a:solidFill>
            <a:prstDash val="solid"/>
            <a:round/>
            <a:headEnd type="none" w="med" len="med"/>
            <a:tailEnd type="triangle" w="med" len="med"/>
          </a:ln>
        </p:spPr>
      </p:cxnSp>
      <p:grpSp>
        <p:nvGrpSpPr>
          <p:cNvPr id="1612081185" name="Google Shape;692;p59"/>
          <p:cNvGrpSpPr/>
          <p:nvPr/>
        </p:nvGrpSpPr>
        <p:grpSpPr bwMode="auto">
          <a:xfrm>
            <a:off x="5718650" y="3522066"/>
            <a:ext cx="260799" cy="956399"/>
            <a:chOff x="2318199" y="3834666"/>
            <a:chExt cx="260799" cy="956399"/>
          </a:xfrm>
        </p:grpSpPr>
        <p:sp>
          <p:nvSpPr>
            <p:cNvPr id="928756296" name="Google Shape;693;p59"/>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95358639" name="Google Shape;694;p59"/>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37081393" name="Google Shape;695;p59"/>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99254046" name="Google Shape;696;p59"/>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01894935" name="Google Shape;697;p59"/>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1841074535" name="Google Shape;698;p59"/>
          <p:cNvSpPr txBox="1"/>
          <p:nvPr/>
        </p:nvSpPr>
        <p:spPr bwMode="auto">
          <a:xfrm>
            <a:off x="5217466" y="3004299"/>
            <a:ext cx="12631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aujourd'hui</a:t>
            </a:r>
            <a:endParaRPr sz="1200">
              <a:solidFill>
                <a:schemeClr val="dk1"/>
              </a:solidFill>
            </a:endParaRPr>
          </a:p>
        </p:txBody>
      </p:sp>
      <p:sp>
        <p:nvSpPr>
          <p:cNvPr id="1510888785" name="Google Shape;699;p59"/>
          <p:cNvSpPr txBox="1"/>
          <p:nvPr/>
        </p:nvSpPr>
        <p:spPr bwMode="auto">
          <a:xfrm>
            <a:off x="6376731" y="3004299"/>
            <a:ext cx="7035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c'est</a:t>
            </a:r>
            <a:endParaRPr sz="1200">
              <a:solidFill>
                <a:schemeClr val="dk1"/>
              </a:solidFill>
            </a:endParaRPr>
          </a:p>
        </p:txBody>
      </p:sp>
      <p:grpSp>
        <p:nvGrpSpPr>
          <p:cNvPr id="1727063418" name="Google Shape;700;p59"/>
          <p:cNvGrpSpPr/>
          <p:nvPr/>
        </p:nvGrpSpPr>
        <p:grpSpPr bwMode="auto">
          <a:xfrm>
            <a:off x="6511284" y="3522066"/>
            <a:ext cx="260799" cy="956399"/>
            <a:chOff x="2318199" y="3834666"/>
            <a:chExt cx="260799" cy="956399"/>
          </a:xfrm>
        </p:grpSpPr>
        <p:sp>
          <p:nvSpPr>
            <p:cNvPr id="1865413382" name="Google Shape;701;p59"/>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92955523" name="Google Shape;702;p59"/>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16291739" name="Google Shape;703;p59"/>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23177684" name="Google Shape;704;p59"/>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98626445" name="Google Shape;705;p59"/>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427724804" name="Google Shape;706;p59"/>
          <p:cNvCxnSpPr>
            <a:stCxn id="1786125932" idx="6"/>
            <a:endCxn id="1137081393" idx="2"/>
          </p:cNvCxnSpPr>
          <p:nvPr/>
        </p:nvCxnSpPr>
        <p:spPr bwMode="auto">
          <a:xfrm rot="10800000" flipH="1">
            <a:off x="5153517" y="3879366"/>
            <a:ext cx="579600" cy="322799"/>
          </a:xfrm>
          <a:prstGeom prst="straightConnector1">
            <a:avLst/>
          </a:prstGeom>
          <a:noFill/>
          <a:ln w="9525" cap="flat" cmpd="sng">
            <a:solidFill>
              <a:schemeClr val="dk2"/>
            </a:solidFill>
            <a:prstDash val="solid"/>
            <a:round/>
            <a:headEnd type="none" w="med" len="med"/>
            <a:tailEnd type="triangle" w="med" len="med"/>
          </a:ln>
        </p:spPr>
      </p:cxnSp>
      <p:cxnSp>
        <p:nvCxnSpPr>
          <p:cNvPr id="1031880488" name="Google Shape;707;p59"/>
          <p:cNvCxnSpPr>
            <a:stCxn id="1137081393" idx="6"/>
            <a:endCxn id="516291739" idx="2"/>
          </p:cNvCxnSpPr>
          <p:nvPr/>
        </p:nvCxnSpPr>
        <p:spPr bwMode="auto">
          <a:xfrm>
            <a:off x="5965050" y="3879533"/>
            <a:ext cx="560799" cy="0"/>
          </a:xfrm>
          <a:prstGeom prst="straightConnector1">
            <a:avLst/>
          </a:prstGeom>
          <a:noFill/>
          <a:ln w="9525" cap="flat" cmpd="sng">
            <a:solidFill>
              <a:schemeClr val="dk2"/>
            </a:solidFill>
            <a:prstDash val="solid"/>
            <a:round/>
            <a:headEnd type="none" w="med" len="med"/>
            <a:tailEnd type="triangle" w="med" len="med"/>
          </a:ln>
        </p:spPr>
      </p:cxnSp>
      <p:grpSp>
        <p:nvGrpSpPr>
          <p:cNvPr id="1754896090" name="Google Shape;708;p59"/>
          <p:cNvGrpSpPr/>
          <p:nvPr/>
        </p:nvGrpSpPr>
        <p:grpSpPr bwMode="auto">
          <a:xfrm>
            <a:off x="5718650" y="4658133"/>
            <a:ext cx="260799" cy="956399"/>
            <a:chOff x="2318199" y="3834666"/>
            <a:chExt cx="260799" cy="956399"/>
          </a:xfrm>
        </p:grpSpPr>
        <p:sp>
          <p:nvSpPr>
            <p:cNvPr id="2059848722" name="Google Shape;709;p59"/>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60364339" name="Google Shape;710;p59"/>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45899724" name="Google Shape;711;p59"/>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48464314" name="Google Shape;712;p59"/>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131627960" name="Google Shape;713;p59"/>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056565991" name="Google Shape;714;p59"/>
          <p:cNvGrpSpPr/>
          <p:nvPr/>
        </p:nvGrpSpPr>
        <p:grpSpPr bwMode="auto">
          <a:xfrm>
            <a:off x="6511284" y="4658133"/>
            <a:ext cx="260799" cy="956399"/>
            <a:chOff x="2318199" y="3834666"/>
            <a:chExt cx="260799" cy="956399"/>
          </a:xfrm>
        </p:grpSpPr>
        <p:sp>
          <p:nvSpPr>
            <p:cNvPr id="824993207" name="Google Shape;715;p59"/>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99940692" name="Google Shape;716;p59"/>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990209296" name="Google Shape;717;p59"/>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73250211" name="Google Shape;718;p59"/>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81504343" name="Google Shape;719;p59"/>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676992310" name="Google Shape;720;p59"/>
          <p:cNvCxnSpPr>
            <a:stCxn id="1160364339" idx="0"/>
            <a:endCxn id="1701894935" idx="4"/>
          </p:cNvCxnSpPr>
          <p:nvPr/>
        </p:nvCxnSpPr>
        <p:spPr bwMode="auto">
          <a:xfrm rot="10800000">
            <a:off x="5849049" y="4478533"/>
            <a:ext cx="0" cy="179599"/>
          </a:xfrm>
          <a:prstGeom prst="straightConnector1">
            <a:avLst/>
          </a:prstGeom>
          <a:noFill/>
          <a:ln w="9525" cap="flat" cmpd="sng">
            <a:solidFill>
              <a:schemeClr val="dk2"/>
            </a:solidFill>
            <a:prstDash val="solid"/>
            <a:round/>
            <a:headEnd type="none" w="med" len="med"/>
            <a:tailEnd type="triangle" w="med" len="med"/>
          </a:ln>
        </p:spPr>
      </p:cxnSp>
      <p:sp>
        <p:nvSpPr>
          <p:cNvPr id="1247318260" name="Google Shape;721;p59"/>
          <p:cNvSpPr txBox="1"/>
          <p:nvPr/>
        </p:nvSpPr>
        <p:spPr bwMode="auto">
          <a:xfrm>
            <a:off x="5395066" y="5698399"/>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&lt;start&gt;</a:t>
            </a:r>
            <a:endParaRPr sz="1200">
              <a:solidFill>
                <a:schemeClr val="dk1"/>
              </a:solidFill>
            </a:endParaRPr>
          </a:p>
        </p:txBody>
      </p:sp>
      <p:sp>
        <p:nvSpPr>
          <p:cNvPr id="439710621" name="Google Shape;722;p59"/>
          <p:cNvSpPr txBox="1"/>
          <p:nvPr/>
        </p:nvSpPr>
        <p:spPr bwMode="auto">
          <a:xfrm>
            <a:off x="6144633" y="5698399"/>
            <a:ext cx="12631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aujourd'hui</a:t>
            </a:r>
            <a:endParaRPr sz="1200">
              <a:solidFill>
                <a:schemeClr val="dk1"/>
              </a:solidFill>
            </a:endParaRPr>
          </a:p>
        </p:txBody>
      </p:sp>
      <p:cxnSp>
        <p:nvCxnSpPr>
          <p:cNvPr id="1952318046" name="Google Shape;723;p59"/>
          <p:cNvCxnSpPr>
            <a:stCxn id="1099940692" idx="0"/>
            <a:endCxn id="1798626445" idx="4"/>
          </p:cNvCxnSpPr>
          <p:nvPr/>
        </p:nvCxnSpPr>
        <p:spPr bwMode="auto">
          <a:xfrm rot="10800000">
            <a:off x="6641683" y="4478533"/>
            <a:ext cx="0" cy="179599"/>
          </a:xfrm>
          <a:prstGeom prst="straightConnector1">
            <a:avLst/>
          </a:prstGeom>
          <a:noFill/>
          <a:ln w="9525" cap="flat" cmpd="sng">
            <a:solidFill>
              <a:schemeClr val="dk2"/>
            </a:solidFill>
            <a:prstDash val="solid"/>
            <a:round/>
            <a:headEnd type="none" w="med" len="med"/>
            <a:tailEnd type="triangle" w="med" len="med"/>
          </a:ln>
        </p:spPr>
      </p:cxnSp>
      <p:cxnSp>
        <p:nvCxnSpPr>
          <p:cNvPr id="479891622" name="Google Shape;724;p59"/>
          <p:cNvCxnSpPr>
            <a:stCxn id="1841074535" idx="0"/>
            <a:endCxn id="439710621" idx="2"/>
          </p:cNvCxnSpPr>
          <p:nvPr/>
        </p:nvCxnSpPr>
        <p:spPr bwMode="auto">
          <a:xfrm rot="-5400000" flipH="1">
            <a:off x="4719466" y="4133899"/>
            <a:ext cx="3186399" cy="927199"/>
          </a:xfrm>
          <a:prstGeom prst="curvedConnector5">
            <a:avLst>
              <a:gd name="adj1" fmla="val -9964"/>
              <a:gd name="adj2" fmla="val 47264"/>
              <a:gd name="adj3" fmla="val 109967"/>
            </a:avLst>
          </a:prstGeom>
          <a:noFill/>
          <a:ln w="9525" cap="flat" cmpd="sng">
            <a:solidFill>
              <a:schemeClr val="dk2"/>
            </a:solidFill>
            <a:prstDash val="dash"/>
            <a:round/>
            <a:headEnd type="none" w="med" len="med"/>
            <a:tailEnd type="stealth" w="med" len="med"/>
          </a:ln>
        </p:spPr>
      </p:cxnSp>
      <p:sp>
        <p:nvSpPr>
          <p:cNvPr id="498383954" name="Google Shape;725;p59"/>
          <p:cNvSpPr txBox="1"/>
          <p:nvPr/>
        </p:nvSpPr>
        <p:spPr bwMode="auto">
          <a:xfrm>
            <a:off x="7119533" y="3004299"/>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jeudi</a:t>
            </a:r>
            <a:endParaRPr sz="1200">
              <a:solidFill>
                <a:schemeClr val="dk1"/>
              </a:solidFill>
            </a:endParaRPr>
          </a:p>
        </p:txBody>
      </p:sp>
      <p:grpSp>
        <p:nvGrpSpPr>
          <p:cNvPr id="173026568" name="Google Shape;726;p59"/>
          <p:cNvGrpSpPr/>
          <p:nvPr/>
        </p:nvGrpSpPr>
        <p:grpSpPr bwMode="auto">
          <a:xfrm>
            <a:off x="7303917" y="3522066"/>
            <a:ext cx="260799" cy="956399"/>
            <a:chOff x="2318199" y="3834666"/>
            <a:chExt cx="260799" cy="956399"/>
          </a:xfrm>
        </p:grpSpPr>
        <p:sp>
          <p:nvSpPr>
            <p:cNvPr id="814181944" name="Google Shape;727;p59"/>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77040053" name="Google Shape;728;p59"/>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7267168" name="Google Shape;729;p59"/>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57076247" name="Google Shape;730;p59"/>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47036863" name="Google Shape;731;p59"/>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62797191" name="Google Shape;732;p59"/>
          <p:cNvGrpSpPr/>
          <p:nvPr/>
        </p:nvGrpSpPr>
        <p:grpSpPr bwMode="auto">
          <a:xfrm>
            <a:off x="7303917" y="4658133"/>
            <a:ext cx="260799" cy="956399"/>
            <a:chOff x="2318199" y="3834666"/>
            <a:chExt cx="260799" cy="956399"/>
          </a:xfrm>
        </p:grpSpPr>
        <p:sp>
          <p:nvSpPr>
            <p:cNvPr id="1724077676" name="Google Shape;733;p59"/>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985535708" name="Google Shape;734;p59"/>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270031232" name="Google Shape;735;p59"/>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26184521" name="Google Shape;736;p59"/>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10835894" name="Google Shape;737;p59"/>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2059628211" name="Google Shape;738;p59"/>
          <p:cNvSpPr txBox="1"/>
          <p:nvPr/>
        </p:nvSpPr>
        <p:spPr bwMode="auto">
          <a:xfrm>
            <a:off x="7303899" y="5698399"/>
            <a:ext cx="7035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c'est</a:t>
            </a:r>
            <a:endParaRPr sz="1200">
              <a:solidFill>
                <a:schemeClr val="dk1"/>
              </a:solidFill>
            </a:endParaRPr>
          </a:p>
        </p:txBody>
      </p:sp>
      <p:cxnSp>
        <p:nvCxnSpPr>
          <p:cNvPr id="1294217608" name="Google Shape;739;p59"/>
          <p:cNvCxnSpPr>
            <a:stCxn id="516291739" idx="6"/>
            <a:endCxn id="187267168" idx="2"/>
          </p:cNvCxnSpPr>
          <p:nvPr/>
        </p:nvCxnSpPr>
        <p:spPr bwMode="auto">
          <a:xfrm>
            <a:off x="6757683" y="3879533"/>
            <a:ext cx="560799" cy="0"/>
          </a:xfrm>
          <a:prstGeom prst="straightConnector1">
            <a:avLst/>
          </a:prstGeom>
          <a:noFill/>
          <a:ln w="9525" cap="flat" cmpd="sng">
            <a:solidFill>
              <a:schemeClr val="dk2"/>
            </a:solidFill>
            <a:prstDash val="solid"/>
            <a:round/>
            <a:headEnd type="none" w="med" len="med"/>
            <a:tailEnd type="triangle" w="med" len="med"/>
          </a:ln>
        </p:spPr>
      </p:cxnSp>
      <p:cxnSp>
        <p:nvCxnSpPr>
          <p:cNvPr id="1570541154" name="Google Shape;740;p59"/>
          <p:cNvCxnSpPr>
            <a:stCxn id="1985535708" idx="0"/>
            <a:endCxn id="1347036863" idx="4"/>
          </p:cNvCxnSpPr>
          <p:nvPr/>
        </p:nvCxnSpPr>
        <p:spPr bwMode="auto">
          <a:xfrm rot="10800000">
            <a:off x="7434317" y="4478533"/>
            <a:ext cx="0" cy="179599"/>
          </a:xfrm>
          <a:prstGeom prst="straightConnector1">
            <a:avLst/>
          </a:prstGeom>
          <a:noFill/>
          <a:ln w="9525" cap="flat" cmpd="sng">
            <a:solidFill>
              <a:schemeClr val="dk2"/>
            </a:solidFill>
            <a:prstDash val="solid"/>
            <a:round/>
            <a:headEnd type="none" w="med" len="med"/>
            <a:tailEnd type="triangle" w="med" len="med"/>
          </a:ln>
        </p:spPr>
      </p:cxnSp>
      <p:cxnSp>
        <p:nvCxnSpPr>
          <p:cNvPr id="1463146079" name="Google Shape;741;p59"/>
          <p:cNvCxnSpPr>
            <a:stCxn id="1510888785" idx="0"/>
            <a:endCxn id="2059628211" idx="2"/>
          </p:cNvCxnSpPr>
          <p:nvPr/>
        </p:nvCxnSpPr>
        <p:spPr bwMode="auto">
          <a:xfrm rot="-5400000" flipH="1">
            <a:off x="5598933" y="4133899"/>
            <a:ext cx="3186399" cy="927199"/>
          </a:xfrm>
          <a:prstGeom prst="curvedConnector5">
            <a:avLst>
              <a:gd name="adj1" fmla="val -9964"/>
              <a:gd name="adj2" fmla="val 49998"/>
              <a:gd name="adj3" fmla="val 109967"/>
            </a:avLst>
          </a:prstGeom>
          <a:noFill/>
          <a:ln w="9525" cap="flat" cmpd="sng">
            <a:solidFill>
              <a:schemeClr val="dk2"/>
            </a:solidFill>
            <a:prstDash val="dash"/>
            <a:round/>
            <a:headEnd type="none" w="med" len="med"/>
            <a:tailEnd type="stealth" w="med" len="med"/>
          </a:ln>
        </p:spPr>
      </p:cxnSp>
      <p:sp>
        <p:nvSpPr>
          <p:cNvPr id="741441322" name="Google Shape;742;p59"/>
          <p:cNvSpPr txBox="1"/>
          <p:nvPr/>
        </p:nvSpPr>
        <p:spPr bwMode="auto">
          <a:xfrm>
            <a:off x="7858399" y="2845299"/>
            <a:ext cx="4242399" cy="2524399"/>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Training data</a:t>
            </a:r>
            <a:endParaRPr sz="1200">
              <a:solidFill>
                <a:schemeClr val="dk1"/>
              </a:solidFill>
            </a:endParaRPr>
          </a:p>
          <a:p>
            <a:pPr marL="0" lvl="0" indent="0" algn="l" rtl="0">
              <a:spcBef>
                <a:spcPts val="0"/>
              </a:spcBef>
              <a:spcAft>
                <a:spcPts val="0"/>
              </a:spcAft>
              <a:buNone/>
              <a:defRPr/>
            </a:pPr>
            <a:r>
              <a:rPr lang="en" sz="1100">
                <a:solidFill>
                  <a:schemeClr val="dk1"/>
                </a:solidFill>
              </a:rPr>
              <a:t>1</a:t>
            </a:r>
            <a:endParaRPr sz="1100">
              <a:solidFill>
                <a:schemeClr val="dk1"/>
              </a:solidFill>
            </a:endParaRPr>
          </a:p>
          <a:p>
            <a:pPr marL="0" lvl="0" indent="0" algn="l" rtl="0">
              <a:spcBef>
                <a:spcPts val="0"/>
              </a:spcBef>
              <a:spcAft>
                <a:spcPts val="0"/>
              </a:spcAft>
              <a:buNone/>
              <a:defRPr/>
            </a:pPr>
            <a:r>
              <a:rPr lang="en" sz="1100" i="1">
                <a:solidFill>
                  <a:schemeClr val="dk1"/>
                </a:solidFill>
                <a:highlight>
                  <a:schemeClr val="lt1"/>
                </a:highlight>
              </a:rPr>
              <a:t>in: Today is Thursday &lt;start&gt;</a:t>
            </a:r>
            <a:endParaRPr sz="1100" i="1">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out: aujourd'hui</a:t>
            </a:r>
            <a:endParaRPr sz="1100" i="1">
              <a:solidFill>
                <a:schemeClr val="dk1"/>
              </a:solidFill>
              <a:highlight>
                <a:schemeClr val="lt1"/>
              </a:highlight>
            </a:endParaRPr>
          </a:p>
          <a:p>
            <a:pPr marL="0" lvl="0" indent="0" algn="l" rtl="0">
              <a:spcBef>
                <a:spcPts val="0"/>
              </a:spcBef>
              <a:spcAft>
                <a:spcPts val="0"/>
              </a:spcAft>
              <a:buNone/>
              <a:defRPr/>
            </a:pPr>
            <a:r>
              <a:rPr lang="en" sz="1100">
                <a:solidFill>
                  <a:schemeClr val="dk1"/>
                </a:solidFill>
                <a:highlight>
                  <a:schemeClr val="lt1"/>
                </a:highlight>
              </a:rPr>
              <a:t>2</a:t>
            </a:r>
            <a:endParaRPr sz="1100">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in: Today is Thursday &lt;start&gt; </a:t>
            </a:r>
            <a:r>
              <a:rPr lang="en" sz="1100" i="1">
                <a:solidFill>
                  <a:schemeClr val="dk1"/>
                </a:solidFill>
                <a:highlight>
                  <a:schemeClr val="lt1"/>
                </a:highlight>
              </a:rPr>
              <a:t>aujourd'hui</a:t>
            </a:r>
            <a:endParaRPr sz="1100" i="1">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out: c'est</a:t>
            </a:r>
            <a:endParaRPr sz="1100" i="1">
              <a:solidFill>
                <a:schemeClr val="dk1"/>
              </a:solidFill>
              <a:highlight>
                <a:schemeClr val="lt1"/>
              </a:highlight>
            </a:endParaRPr>
          </a:p>
          <a:p>
            <a:pPr marL="0" lvl="0" indent="0" algn="l" rtl="0">
              <a:spcBef>
                <a:spcPts val="0"/>
              </a:spcBef>
              <a:spcAft>
                <a:spcPts val="0"/>
              </a:spcAft>
              <a:buNone/>
              <a:defRPr/>
            </a:pPr>
            <a:r>
              <a:rPr lang="en" sz="1100">
                <a:solidFill>
                  <a:schemeClr val="dk1"/>
                </a:solidFill>
                <a:highlight>
                  <a:schemeClr val="lt1"/>
                </a:highlight>
              </a:rPr>
              <a:t>3</a:t>
            </a:r>
            <a:endParaRPr sz="1100">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in: Today is Thursday &lt;start&gt; aujourd'hui c'est</a:t>
            </a:r>
            <a:endParaRPr sz="1100" i="1">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out: jeudi</a:t>
            </a:r>
            <a:endParaRPr sz="1100" i="1">
              <a:solidFill>
                <a:schemeClr val="dk1"/>
              </a:solidFill>
              <a:highlight>
                <a:schemeClr val="lt1"/>
              </a:highlight>
            </a:endParaRPr>
          </a:p>
        </p:txBody>
      </p:sp>
      <p:sp>
        <p:nvSpPr>
          <p:cNvPr id="139140391" name="Google Shape;743;p59"/>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3B54F6F8-10DA-6479-D811-DC62E8A6D7D1}" type="slidenum">
              <a:rPr lang="en"/>
              <a:t>8</a:t>
            </a:fld>
            <a:endParaRPr/>
          </a:p>
        </p:txBody>
      </p:sp>
      <p:sp>
        <p:nvSpPr>
          <p:cNvPr id="1085887254" name="Google Shape;744;p59"/>
          <p:cNvSpPr txBox="1"/>
          <p:nvPr/>
        </p:nvSpPr>
        <p:spPr bwMode="auto">
          <a:xfrm>
            <a:off x="6303066" y="186998"/>
            <a:ext cx="5352799" cy="985199"/>
          </a:xfrm>
          <a:prstGeom prst="rect">
            <a:avLst/>
          </a:prstGeom>
          <a:noFill/>
          <a:ln>
            <a:noFill/>
          </a:ln>
        </p:spPr>
        <p:txBody>
          <a:bodyPr spcFirstLastPara="1" wrap="square" lIns="91423" tIns="91423" rIns="91423" bIns="91423" anchor="t" anchorCtr="0">
            <a:spAutoFit/>
          </a:bodyPr>
          <a:lstStyle/>
          <a:p>
            <a:pPr marL="457200" lvl="0" indent="-342900" algn="l" rtl="0">
              <a:spcBef>
                <a:spcPts val="279"/>
              </a:spcBef>
              <a:spcAft>
                <a:spcPts val="0"/>
              </a:spcAft>
              <a:buClr>
                <a:schemeClr val="dk1"/>
              </a:buClr>
              <a:buSzPts val="1800"/>
              <a:buChar char="➢"/>
              <a:defRPr/>
            </a:pPr>
            <a:r>
              <a:rPr lang="en" sz="1800">
                <a:solidFill>
                  <a:schemeClr val="dk1"/>
                </a:solidFill>
              </a:rPr>
              <a:t>&lt;start&gt; </a:t>
            </a:r>
            <a:r>
              <a:rPr lang="en" sz="1800">
                <a:solidFill>
                  <a:schemeClr val="dk1"/>
                </a:solidFill>
              </a:rPr>
              <a:t>aujourd'hui, c'est </a:t>
            </a:r>
            <a:endParaRPr sz="1800">
              <a:solidFill>
                <a:schemeClr val="dk1"/>
              </a:solidFill>
            </a:endParaRPr>
          </a:p>
          <a:p>
            <a:pPr marL="457200" lvl="0" indent="-342900" algn="l" rtl="0">
              <a:spcBef>
                <a:spcPts val="0"/>
              </a:spcBef>
              <a:spcAft>
                <a:spcPts val="0"/>
              </a:spcAft>
              <a:buClr>
                <a:schemeClr val="dk1"/>
              </a:buClr>
              <a:buSzPts val="1800"/>
              <a:buChar char="➢"/>
              <a:defRPr/>
            </a:pPr>
            <a:r>
              <a:rPr lang="en" sz="1800">
                <a:solidFill>
                  <a:schemeClr val="dk1"/>
                </a:solidFill>
              </a:rPr>
              <a:t>aujourd'hui, c'est jeudi</a:t>
            </a:r>
            <a:endParaRPr sz="1800">
              <a:solidFill>
                <a:schemeClr val="dk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2257128" name="Google Shape;749;p60"/>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Using RNN to translate</a:t>
            </a:r>
            <a:endParaRPr/>
          </a:p>
        </p:txBody>
      </p:sp>
      <p:sp>
        <p:nvSpPr>
          <p:cNvPr id="592808897" name="Google Shape;750;p60"/>
          <p:cNvSpPr txBox="1"/>
          <p:nvPr>
            <p:ph type="body" idx="1"/>
          </p:nvPr>
        </p:nvSpPr>
        <p:spPr bwMode="auto">
          <a:xfrm>
            <a:off x="415599" y="1536633"/>
            <a:ext cx="11360799" cy="1621999"/>
          </a:xfrm>
          <a:prstGeom prst="rect">
            <a:avLst/>
          </a:prstGeom>
        </p:spPr>
        <p:txBody>
          <a:bodyPr spcFirstLastPara="1" wrap="square" lIns="91423" tIns="45699" rIns="91423" bIns="45699" anchor="t" anchorCtr="0">
            <a:normAutofit/>
          </a:bodyPr>
          <a:lstStyle/>
          <a:p>
            <a:pPr marL="457200" lvl="0" indent="-342900" algn="l" rtl="0">
              <a:spcBef>
                <a:spcPts val="279"/>
              </a:spcBef>
              <a:spcAft>
                <a:spcPts val="0"/>
              </a:spcAft>
              <a:buSzPts val="1800"/>
              <a:buChar char="➢"/>
              <a:defRPr/>
            </a:pPr>
            <a:r>
              <a:rPr lang="en"/>
              <a:t>Input (source sentence) = “Today is Thursday”</a:t>
            </a:r>
            <a:endParaRPr/>
          </a:p>
          <a:p>
            <a:pPr marL="457200" lvl="0" indent="-342900" algn="l" rtl="0">
              <a:spcBef>
                <a:spcPts val="0"/>
              </a:spcBef>
              <a:spcAft>
                <a:spcPts val="0"/>
              </a:spcAft>
              <a:buSzPts val="1800"/>
              <a:buChar char="➢"/>
              <a:defRPr/>
            </a:pPr>
            <a:r>
              <a:rPr lang="en"/>
              <a:t>Output (target sentence) = “aujourd'hui, c'est jeudi”</a:t>
            </a:r>
            <a:endParaRPr/>
          </a:p>
          <a:p>
            <a:pPr marL="457200" lvl="0" indent="-342900" algn="l" rtl="0">
              <a:spcBef>
                <a:spcPts val="0"/>
              </a:spcBef>
              <a:spcAft>
                <a:spcPts val="0"/>
              </a:spcAft>
              <a:buSzPts val="1800"/>
              <a:buChar char="➢"/>
              <a:defRPr/>
            </a:pPr>
            <a:r>
              <a:rPr lang="en"/>
              <a:t>In a consecutive translation setting</a:t>
            </a:r>
            <a:endParaRPr/>
          </a:p>
        </p:txBody>
      </p:sp>
      <p:grpSp>
        <p:nvGrpSpPr>
          <p:cNvPr id="1275898356" name="Google Shape;751;p60"/>
          <p:cNvGrpSpPr/>
          <p:nvPr/>
        </p:nvGrpSpPr>
        <p:grpSpPr bwMode="auto">
          <a:xfrm>
            <a:off x="2558866" y="5274133"/>
            <a:ext cx="260799" cy="956399"/>
            <a:chOff x="2318199" y="3834666"/>
            <a:chExt cx="260799" cy="956399"/>
          </a:xfrm>
        </p:grpSpPr>
        <p:sp>
          <p:nvSpPr>
            <p:cNvPr id="1454437430" name="Google Shape;752;p60"/>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336644152" name="Google Shape;753;p60"/>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105237115" name="Google Shape;754;p60"/>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31508414" name="Google Shape;755;p60"/>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00340462" name="Google Shape;756;p60"/>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482379028" name="Google Shape;757;p60"/>
          <p:cNvGrpSpPr/>
          <p:nvPr/>
        </p:nvGrpSpPr>
        <p:grpSpPr bwMode="auto">
          <a:xfrm>
            <a:off x="3293317" y="5274133"/>
            <a:ext cx="260799" cy="956399"/>
            <a:chOff x="2318199" y="3834666"/>
            <a:chExt cx="260799" cy="956399"/>
          </a:xfrm>
        </p:grpSpPr>
        <p:sp>
          <p:nvSpPr>
            <p:cNvPr id="745555308" name="Google Shape;758;p60"/>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44773510" name="Google Shape;759;p60"/>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37524917" name="Google Shape;760;p60"/>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77750458" name="Google Shape;761;p60"/>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46873302" name="Google Shape;762;p60"/>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863299792" name="Google Shape;763;p60"/>
          <p:cNvGrpSpPr/>
          <p:nvPr/>
        </p:nvGrpSpPr>
        <p:grpSpPr bwMode="auto">
          <a:xfrm>
            <a:off x="4027766" y="5274133"/>
            <a:ext cx="260799" cy="956399"/>
            <a:chOff x="2318199" y="3834666"/>
            <a:chExt cx="260799" cy="956399"/>
          </a:xfrm>
        </p:grpSpPr>
        <p:sp>
          <p:nvSpPr>
            <p:cNvPr id="2145629807" name="Google Shape;764;p60"/>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84347911" name="Google Shape;765;p60"/>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59937561" name="Google Shape;766;p60"/>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45337088" name="Google Shape;767;p60"/>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95431001" name="Google Shape;768;p60"/>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216913942" name="Google Shape;769;p60"/>
          <p:cNvSpPr txBox="1"/>
          <p:nvPr/>
        </p:nvSpPr>
        <p:spPr bwMode="auto">
          <a:xfrm>
            <a:off x="2288399" y="6307699"/>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Today</a:t>
            </a:r>
            <a:endParaRPr sz="1200">
              <a:solidFill>
                <a:schemeClr val="dk1"/>
              </a:solidFill>
            </a:endParaRPr>
          </a:p>
        </p:txBody>
      </p:sp>
      <p:sp>
        <p:nvSpPr>
          <p:cNvPr id="1116896763" name="Google Shape;770;p60"/>
          <p:cNvSpPr txBox="1"/>
          <p:nvPr/>
        </p:nvSpPr>
        <p:spPr bwMode="auto">
          <a:xfrm>
            <a:off x="3244699" y="6307699"/>
            <a:ext cx="569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is</a:t>
            </a:r>
            <a:endParaRPr sz="1200">
              <a:solidFill>
                <a:schemeClr val="dk1"/>
              </a:solidFill>
            </a:endParaRPr>
          </a:p>
        </p:txBody>
      </p:sp>
      <p:sp>
        <p:nvSpPr>
          <p:cNvPr id="1858983275" name="Google Shape;771;p60"/>
          <p:cNvSpPr txBox="1"/>
          <p:nvPr/>
        </p:nvSpPr>
        <p:spPr bwMode="auto">
          <a:xfrm>
            <a:off x="3679466" y="6307699"/>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Thursday</a:t>
            </a:r>
            <a:endParaRPr sz="1200">
              <a:solidFill>
                <a:schemeClr val="dk1"/>
              </a:solidFill>
            </a:endParaRPr>
          </a:p>
        </p:txBody>
      </p:sp>
      <p:grpSp>
        <p:nvGrpSpPr>
          <p:cNvPr id="952057232" name="Google Shape;772;p60"/>
          <p:cNvGrpSpPr/>
          <p:nvPr/>
        </p:nvGrpSpPr>
        <p:grpSpPr bwMode="auto">
          <a:xfrm>
            <a:off x="2558883" y="4115365"/>
            <a:ext cx="260799" cy="956399"/>
            <a:chOff x="2318199" y="3834666"/>
            <a:chExt cx="260799" cy="956399"/>
          </a:xfrm>
        </p:grpSpPr>
        <p:sp>
          <p:nvSpPr>
            <p:cNvPr id="14775820" name="Google Shape;773;p60"/>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59539289" name="Google Shape;774;p60"/>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4170371" name="Google Shape;775;p60"/>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00726662" name="Google Shape;776;p60"/>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13751510" name="Google Shape;777;p60"/>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255197351" name="Google Shape;778;p60"/>
          <p:cNvGrpSpPr/>
          <p:nvPr/>
        </p:nvGrpSpPr>
        <p:grpSpPr bwMode="auto">
          <a:xfrm>
            <a:off x="3293333" y="4115365"/>
            <a:ext cx="260799" cy="956399"/>
            <a:chOff x="2318199" y="3834666"/>
            <a:chExt cx="260799" cy="956399"/>
          </a:xfrm>
        </p:grpSpPr>
        <p:sp>
          <p:nvSpPr>
            <p:cNvPr id="2052570182" name="Google Shape;779;p60"/>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75613561" name="Google Shape;780;p60"/>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469651982" name="Google Shape;781;p60"/>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63091738" name="Google Shape;782;p60"/>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93786123" name="Google Shape;783;p60"/>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123567361" name="Google Shape;784;p60"/>
          <p:cNvGrpSpPr/>
          <p:nvPr/>
        </p:nvGrpSpPr>
        <p:grpSpPr bwMode="auto">
          <a:xfrm>
            <a:off x="4027783" y="4115365"/>
            <a:ext cx="260799" cy="956399"/>
            <a:chOff x="2318199" y="3834666"/>
            <a:chExt cx="260799" cy="956399"/>
          </a:xfrm>
        </p:grpSpPr>
        <p:sp>
          <p:nvSpPr>
            <p:cNvPr id="1118257265" name="Google Shape;785;p60"/>
            <p:cNvSpPr/>
            <p:nvPr/>
          </p:nvSpPr>
          <p:spPr bwMode="auto">
            <a:xfrm>
              <a:off x="2318199" y="3834666"/>
              <a:ext cx="260799" cy="956399"/>
            </a:xfrm>
            <a:prstGeom prst="roundRect">
              <a:avLst>
                <a:gd name="adj" fmla="val 16667"/>
              </a:avLst>
            </a:prstGeom>
            <a:solidFill>
              <a:schemeClr val="lt2"/>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224159350" name="Google Shape;786;p60"/>
            <p:cNvSpPr/>
            <p:nvPr/>
          </p:nvSpPr>
          <p:spPr bwMode="auto">
            <a:xfrm>
              <a:off x="2332599" y="38346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42167253" name="Google Shape;787;p60"/>
            <p:cNvSpPr/>
            <p:nvPr/>
          </p:nvSpPr>
          <p:spPr bwMode="auto">
            <a:xfrm>
              <a:off x="2332599" y="4076133"/>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18350121" name="Google Shape;788;p60"/>
            <p:cNvSpPr/>
            <p:nvPr/>
          </p:nvSpPr>
          <p:spPr bwMode="auto">
            <a:xfrm>
              <a:off x="2332599" y="4317599"/>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35080884" name="Google Shape;789;p60"/>
            <p:cNvSpPr/>
            <p:nvPr/>
          </p:nvSpPr>
          <p:spPr bwMode="auto">
            <a:xfrm>
              <a:off x="2332599" y="4559066"/>
              <a:ext cx="231998" cy="231998"/>
            </a:xfrm>
            <a:prstGeom prst="ellipse">
              <a:avLst/>
            </a:prstGeom>
            <a:solidFill>
              <a:srgbClr val="C9DAF8"/>
            </a:solidFill>
            <a:ln w="9525" cap="flat" cmpd="sng">
              <a:solidFill>
                <a:srgbClr val="0000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684757718" name="Google Shape;790;p60"/>
          <p:cNvCxnSpPr>
            <a:stCxn id="336644152" idx="0"/>
            <a:endCxn id="2013751510" idx="4"/>
          </p:cNvCxnSpPr>
          <p:nvPr/>
        </p:nvCxnSpPr>
        <p:spPr bwMode="auto">
          <a:xfrm rot="10800000">
            <a:off x="2689266" y="5071733"/>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1609187582" name="Google Shape;791;p60"/>
          <p:cNvCxnSpPr>
            <a:stCxn id="1044773510" idx="0"/>
            <a:endCxn id="893786123" idx="4"/>
          </p:cNvCxnSpPr>
          <p:nvPr/>
        </p:nvCxnSpPr>
        <p:spPr bwMode="auto">
          <a:xfrm rot="10800000">
            <a:off x="3423717" y="5071733"/>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405139385" name="Google Shape;792;p60"/>
          <p:cNvCxnSpPr>
            <a:stCxn id="684347911" idx="0"/>
            <a:endCxn id="1335080884" idx="4"/>
          </p:cNvCxnSpPr>
          <p:nvPr/>
        </p:nvCxnSpPr>
        <p:spPr bwMode="auto">
          <a:xfrm rot="10800000">
            <a:off x="4158166" y="5071733"/>
            <a:ext cx="0" cy="202399"/>
          </a:xfrm>
          <a:prstGeom prst="straightConnector1">
            <a:avLst/>
          </a:prstGeom>
          <a:noFill/>
          <a:ln w="9525" cap="flat" cmpd="sng">
            <a:solidFill>
              <a:schemeClr val="dk2"/>
            </a:solidFill>
            <a:prstDash val="solid"/>
            <a:round/>
            <a:headEnd type="none" w="med" len="med"/>
            <a:tailEnd type="triangle" w="med" len="med"/>
          </a:ln>
        </p:spPr>
      </p:cxnSp>
      <p:cxnSp>
        <p:nvCxnSpPr>
          <p:cNvPr id="285691282" name="Google Shape;793;p60"/>
          <p:cNvCxnSpPr>
            <a:stCxn id="400726662" idx="6"/>
            <a:endCxn id="2063091738" idx="2"/>
          </p:cNvCxnSpPr>
          <p:nvPr/>
        </p:nvCxnSpPr>
        <p:spPr bwMode="auto">
          <a:xfrm>
            <a:off x="2805283" y="4714299"/>
            <a:ext cx="502399" cy="0"/>
          </a:xfrm>
          <a:prstGeom prst="straightConnector1">
            <a:avLst/>
          </a:prstGeom>
          <a:noFill/>
          <a:ln w="9525" cap="flat" cmpd="sng">
            <a:solidFill>
              <a:schemeClr val="dk2"/>
            </a:solidFill>
            <a:prstDash val="solid"/>
            <a:round/>
            <a:headEnd type="none" w="med" len="med"/>
            <a:tailEnd type="triangle" w="med" len="med"/>
          </a:ln>
        </p:spPr>
      </p:cxnSp>
      <p:cxnSp>
        <p:nvCxnSpPr>
          <p:cNvPr id="1011114986" name="Google Shape;794;p60"/>
          <p:cNvCxnSpPr>
            <a:stCxn id="2063091738" idx="6"/>
            <a:endCxn id="618350121" idx="2"/>
          </p:cNvCxnSpPr>
          <p:nvPr/>
        </p:nvCxnSpPr>
        <p:spPr bwMode="auto">
          <a:xfrm>
            <a:off x="3539733" y="4714299"/>
            <a:ext cx="502399" cy="0"/>
          </a:xfrm>
          <a:prstGeom prst="straightConnector1">
            <a:avLst/>
          </a:prstGeom>
          <a:noFill/>
          <a:ln w="9525" cap="flat" cmpd="sng">
            <a:solidFill>
              <a:schemeClr val="dk2"/>
            </a:solidFill>
            <a:prstDash val="solid"/>
            <a:round/>
            <a:headEnd type="none" w="med" len="med"/>
            <a:tailEnd type="triangle" w="med" len="med"/>
          </a:ln>
        </p:spPr>
      </p:cxnSp>
      <p:grpSp>
        <p:nvGrpSpPr>
          <p:cNvPr id="690196558" name="Google Shape;795;p60"/>
          <p:cNvGrpSpPr/>
          <p:nvPr/>
        </p:nvGrpSpPr>
        <p:grpSpPr bwMode="auto">
          <a:xfrm>
            <a:off x="4907117" y="3844699"/>
            <a:ext cx="260799" cy="956399"/>
            <a:chOff x="2318199" y="3834666"/>
            <a:chExt cx="260799" cy="956399"/>
          </a:xfrm>
        </p:grpSpPr>
        <p:sp>
          <p:nvSpPr>
            <p:cNvPr id="1044317807" name="Google Shape;796;p60"/>
            <p:cNvSpPr/>
            <p:nvPr/>
          </p:nvSpPr>
          <p:spPr bwMode="auto">
            <a:xfrm>
              <a:off x="2318199" y="3834666"/>
              <a:ext cx="260799" cy="956399"/>
            </a:xfrm>
            <a:prstGeom prst="roundRect">
              <a:avLst>
                <a:gd name="adj" fmla="val 16667"/>
              </a:avLst>
            </a:prstGeom>
            <a:solidFill>
              <a:schemeClr val="lt2"/>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31886959" name="Google Shape;797;p60"/>
            <p:cNvSpPr/>
            <p:nvPr/>
          </p:nvSpPr>
          <p:spPr bwMode="auto">
            <a:xfrm>
              <a:off x="2332599" y="38346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07970809" name="Google Shape;798;p60"/>
            <p:cNvSpPr/>
            <p:nvPr/>
          </p:nvSpPr>
          <p:spPr bwMode="auto">
            <a:xfrm>
              <a:off x="2332599" y="4076133"/>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20982452" name="Google Shape;799;p60"/>
            <p:cNvSpPr/>
            <p:nvPr/>
          </p:nvSpPr>
          <p:spPr bwMode="auto">
            <a:xfrm>
              <a:off x="2332599" y="4317599"/>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72230156" name="Google Shape;800;p60"/>
            <p:cNvSpPr/>
            <p:nvPr/>
          </p:nvSpPr>
          <p:spPr bwMode="auto">
            <a:xfrm>
              <a:off x="2332599" y="4559066"/>
              <a:ext cx="231998" cy="231998"/>
            </a:xfrm>
            <a:prstGeom prst="ellipse">
              <a:avLst/>
            </a:prstGeom>
            <a:solidFill>
              <a:srgbClr val="F4CCCC"/>
            </a:solidFill>
            <a:ln w="9525" cap="flat" cmpd="sng">
              <a:solidFill>
                <a:srgbClr val="FF0000"/>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391834013" name="Google Shape;801;p60"/>
          <p:cNvCxnSpPr>
            <a:stCxn id="618350121" idx="6"/>
            <a:endCxn id="1020982452" idx="2"/>
          </p:cNvCxnSpPr>
          <p:nvPr/>
        </p:nvCxnSpPr>
        <p:spPr bwMode="auto">
          <a:xfrm rot="10800000" flipH="1">
            <a:off x="4274183" y="4443499"/>
            <a:ext cx="647198" cy="270799"/>
          </a:xfrm>
          <a:prstGeom prst="straightConnector1">
            <a:avLst/>
          </a:prstGeom>
          <a:noFill/>
          <a:ln w="9525" cap="flat" cmpd="sng">
            <a:solidFill>
              <a:schemeClr val="dk2"/>
            </a:solidFill>
            <a:prstDash val="solid"/>
            <a:round/>
            <a:headEnd type="none" w="med" len="med"/>
            <a:tailEnd type="triangle" w="med" len="med"/>
          </a:ln>
        </p:spPr>
      </p:cxnSp>
      <p:grpSp>
        <p:nvGrpSpPr>
          <p:cNvPr id="110582619" name="Google Shape;802;p60"/>
          <p:cNvGrpSpPr/>
          <p:nvPr/>
        </p:nvGrpSpPr>
        <p:grpSpPr bwMode="auto">
          <a:xfrm>
            <a:off x="5718650" y="3522066"/>
            <a:ext cx="260799" cy="956399"/>
            <a:chOff x="2318199" y="3834666"/>
            <a:chExt cx="260799" cy="956399"/>
          </a:xfrm>
        </p:grpSpPr>
        <p:sp>
          <p:nvSpPr>
            <p:cNvPr id="125975914" name="Google Shape;803;p60"/>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55641009" name="Google Shape;804;p60"/>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31310845" name="Google Shape;805;p60"/>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05591810" name="Google Shape;806;p60"/>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84101110" name="Google Shape;807;p60"/>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2000345122" name="Google Shape;808;p60"/>
          <p:cNvSpPr txBox="1"/>
          <p:nvPr/>
        </p:nvSpPr>
        <p:spPr bwMode="auto">
          <a:xfrm>
            <a:off x="5217466" y="3004299"/>
            <a:ext cx="12631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aujourd'hui</a:t>
            </a:r>
            <a:endParaRPr sz="1200">
              <a:solidFill>
                <a:schemeClr val="dk1"/>
              </a:solidFill>
            </a:endParaRPr>
          </a:p>
        </p:txBody>
      </p:sp>
      <p:sp>
        <p:nvSpPr>
          <p:cNvPr id="1467869469" name="Google Shape;809;p60"/>
          <p:cNvSpPr txBox="1"/>
          <p:nvPr/>
        </p:nvSpPr>
        <p:spPr bwMode="auto">
          <a:xfrm>
            <a:off x="6376731" y="3004299"/>
            <a:ext cx="7035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c'est</a:t>
            </a:r>
            <a:endParaRPr sz="1200">
              <a:solidFill>
                <a:schemeClr val="dk1"/>
              </a:solidFill>
            </a:endParaRPr>
          </a:p>
        </p:txBody>
      </p:sp>
      <p:grpSp>
        <p:nvGrpSpPr>
          <p:cNvPr id="988679516" name="Google Shape;810;p60"/>
          <p:cNvGrpSpPr/>
          <p:nvPr/>
        </p:nvGrpSpPr>
        <p:grpSpPr bwMode="auto">
          <a:xfrm>
            <a:off x="6511284" y="3522066"/>
            <a:ext cx="260799" cy="956399"/>
            <a:chOff x="2318199" y="3834666"/>
            <a:chExt cx="260799" cy="956399"/>
          </a:xfrm>
        </p:grpSpPr>
        <p:sp>
          <p:nvSpPr>
            <p:cNvPr id="606049782" name="Google Shape;811;p60"/>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04298907" name="Google Shape;812;p60"/>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45143345" name="Google Shape;813;p60"/>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65618678" name="Google Shape;814;p60"/>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84543195" name="Google Shape;815;p60"/>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55668302" name="Google Shape;816;p60"/>
          <p:cNvCxnSpPr>
            <a:stCxn id="1307970809" idx="6"/>
            <a:endCxn id="2031310845" idx="2"/>
          </p:cNvCxnSpPr>
          <p:nvPr/>
        </p:nvCxnSpPr>
        <p:spPr bwMode="auto">
          <a:xfrm rot="10800000" flipH="1">
            <a:off x="5153517" y="3879366"/>
            <a:ext cx="579600" cy="322799"/>
          </a:xfrm>
          <a:prstGeom prst="straightConnector1">
            <a:avLst/>
          </a:prstGeom>
          <a:noFill/>
          <a:ln w="9525" cap="flat" cmpd="sng">
            <a:solidFill>
              <a:schemeClr val="dk2"/>
            </a:solidFill>
            <a:prstDash val="solid"/>
            <a:round/>
            <a:headEnd type="none" w="med" len="med"/>
            <a:tailEnd type="triangle" w="med" len="med"/>
          </a:ln>
        </p:spPr>
      </p:cxnSp>
      <p:cxnSp>
        <p:nvCxnSpPr>
          <p:cNvPr id="1801948290" name="Google Shape;817;p60"/>
          <p:cNvCxnSpPr>
            <a:stCxn id="2031310845" idx="6"/>
            <a:endCxn id="645143345" idx="2"/>
          </p:cNvCxnSpPr>
          <p:nvPr/>
        </p:nvCxnSpPr>
        <p:spPr bwMode="auto">
          <a:xfrm>
            <a:off x="5965050" y="3879533"/>
            <a:ext cx="560799" cy="0"/>
          </a:xfrm>
          <a:prstGeom prst="straightConnector1">
            <a:avLst/>
          </a:prstGeom>
          <a:noFill/>
          <a:ln w="9525" cap="flat" cmpd="sng">
            <a:solidFill>
              <a:schemeClr val="dk2"/>
            </a:solidFill>
            <a:prstDash val="solid"/>
            <a:round/>
            <a:headEnd type="none" w="med" len="med"/>
            <a:tailEnd type="triangle" w="med" len="med"/>
          </a:ln>
        </p:spPr>
      </p:cxnSp>
      <p:grpSp>
        <p:nvGrpSpPr>
          <p:cNvPr id="843906427" name="Google Shape;818;p60"/>
          <p:cNvGrpSpPr/>
          <p:nvPr/>
        </p:nvGrpSpPr>
        <p:grpSpPr bwMode="auto">
          <a:xfrm>
            <a:off x="5718650" y="4658133"/>
            <a:ext cx="260799" cy="956399"/>
            <a:chOff x="2318199" y="3834666"/>
            <a:chExt cx="260799" cy="956399"/>
          </a:xfrm>
        </p:grpSpPr>
        <p:sp>
          <p:nvSpPr>
            <p:cNvPr id="1574870984" name="Google Shape;819;p60"/>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84147266" name="Google Shape;820;p60"/>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94002970" name="Google Shape;821;p60"/>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40907556" name="Google Shape;822;p60"/>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866944356" name="Google Shape;823;p60"/>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44875369" name="Google Shape;824;p60"/>
          <p:cNvGrpSpPr/>
          <p:nvPr/>
        </p:nvGrpSpPr>
        <p:grpSpPr bwMode="auto">
          <a:xfrm>
            <a:off x="6511284" y="4658133"/>
            <a:ext cx="260799" cy="956399"/>
            <a:chOff x="2318199" y="3834666"/>
            <a:chExt cx="260799" cy="956399"/>
          </a:xfrm>
        </p:grpSpPr>
        <p:sp>
          <p:nvSpPr>
            <p:cNvPr id="1551964502" name="Google Shape;825;p60"/>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795727164" name="Google Shape;826;p60"/>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69447655" name="Google Shape;827;p60"/>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1217198" name="Google Shape;828;p60"/>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611503646" name="Google Shape;829;p60"/>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cxnSp>
        <p:nvCxnSpPr>
          <p:cNvPr id="144771550" name="Google Shape;830;p60"/>
          <p:cNvCxnSpPr>
            <a:stCxn id="1884147266" idx="0"/>
            <a:endCxn id="1384101110" idx="4"/>
          </p:cNvCxnSpPr>
          <p:nvPr/>
        </p:nvCxnSpPr>
        <p:spPr bwMode="auto">
          <a:xfrm rot="10800000">
            <a:off x="5849049" y="4478533"/>
            <a:ext cx="0" cy="179599"/>
          </a:xfrm>
          <a:prstGeom prst="straightConnector1">
            <a:avLst/>
          </a:prstGeom>
          <a:noFill/>
          <a:ln w="9525" cap="flat" cmpd="sng">
            <a:solidFill>
              <a:schemeClr val="dk2"/>
            </a:solidFill>
            <a:prstDash val="solid"/>
            <a:round/>
            <a:headEnd type="none" w="med" len="med"/>
            <a:tailEnd type="triangle" w="med" len="med"/>
          </a:ln>
        </p:spPr>
      </p:cxnSp>
      <p:sp>
        <p:nvSpPr>
          <p:cNvPr id="1093795751" name="Google Shape;831;p60"/>
          <p:cNvSpPr txBox="1"/>
          <p:nvPr/>
        </p:nvSpPr>
        <p:spPr bwMode="auto">
          <a:xfrm>
            <a:off x="5395066" y="5698399"/>
            <a:ext cx="9079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&lt;start&gt;</a:t>
            </a:r>
            <a:endParaRPr sz="1200">
              <a:solidFill>
                <a:schemeClr val="dk1"/>
              </a:solidFill>
            </a:endParaRPr>
          </a:p>
        </p:txBody>
      </p:sp>
      <p:sp>
        <p:nvSpPr>
          <p:cNvPr id="1374743414" name="Google Shape;832;p60"/>
          <p:cNvSpPr txBox="1"/>
          <p:nvPr/>
        </p:nvSpPr>
        <p:spPr bwMode="auto">
          <a:xfrm>
            <a:off x="6144633" y="5698399"/>
            <a:ext cx="12631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aujourd'hui</a:t>
            </a:r>
            <a:endParaRPr sz="1200">
              <a:solidFill>
                <a:schemeClr val="dk1"/>
              </a:solidFill>
            </a:endParaRPr>
          </a:p>
        </p:txBody>
      </p:sp>
      <p:cxnSp>
        <p:nvCxnSpPr>
          <p:cNvPr id="589454553" name="Google Shape;833;p60"/>
          <p:cNvCxnSpPr>
            <a:stCxn id="795727164" idx="0"/>
            <a:endCxn id="284543195" idx="4"/>
          </p:cNvCxnSpPr>
          <p:nvPr/>
        </p:nvCxnSpPr>
        <p:spPr bwMode="auto">
          <a:xfrm rot="10800000">
            <a:off x="6641683" y="4478533"/>
            <a:ext cx="0" cy="179599"/>
          </a:xfrm>
          <a:prstGeom prst="straightConnector1">
            <a:avLst/>
          </a:prstGeom>
          <a:noFill/>
          <a:ln w="9525" cap="flat" cmpd="sng">
            <a:solidFill>
              <a:schemeClr val="dk2"/>
            </a:solidFill>
            <a:prstDash val="solid"/>
            <a:round/>
            <a:headEnd type="none" w="med" len="med"/>
            <a:tailEnd type="triangle" w="med" len="med"/>
          </a:ln>
        </p:spPr>
      </p:cxnSp>
      <p:cxnSp>
        <p:nvCxnSpPr>
          <p:cNvPr id="1170988255" name="Google Shape;834;p60"/>
          <p:cNvCxnSpPr>
            <a:stCxn id="2000345122" idx="0"/>
            <a:endCxn id="1374743414" idx="2"/>
          </p:cNvCxnSpPr>
          <p:nvPr/>
        </p:nvCxnSpPr>
        <p:spPr bwMode="auto">
          <a:xfrm rot="-5400000" flipH="1">
            <a:off x="4719466" y="4133899"/>
            <a:ext cx="3186399" cy="927199"/>
          </a:xfrm>
          <a:prstGeom prst="curvedConnector5">
            <a:avLst>
              <a:gd name="adj1" fmla="val -9964"/>
              <a:gd name="adj2" fmla="val 47264"/>
              <a:gd name="adj3" fmla="val 109967"/>
            </a:avLst>
          </a:prstGeom>
          <a:noFill/>
          <a:ln w="9525" cap="flat" cmpd="sng">
            <a:solidFill>
              <a:schemeClr val="dk2"/>
            </a:solidFill>
            <a:prstDash val="dash"/>
            <a:round/>
            <a:headEnd type="none" w="med" len="med"/>
            <a:tailEnd type="stealth" w="med" len="med"/>
          </a:ln>
        </p:spPr>
      </p:cxnSp>
      <p:sp>
        <p:nvSpPr>
          <p:cNvPr id="843055513" name="Google Shape;835;p60"/>
          <p:cNvSpPr txBox="1"/>
          <p:nvPr/>
        </p:nvSpPr>
        <p:spPr bwMode="auto">
          <a:xfrm>
            <a:off x="7119533" y="3004299"/>
            <a:ext cx="1188000"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jeudi</a:t>
            </a:r>
            <a:endParaRPr sz="1200">
              <a:solidFill>
                <a:schemeClr val="dk1"/>
              </a:solidFill>
            </a:endParaRPr>
          </a:p>
        </p:txBody>
      </p:sp>
      <p:grpSp>
        <p:nvGrpSpPr>
          <p:cNvPr id="587285823" name="Google Shape;836;p60"/>
          <p:cNvGrpSpPr/>
          <p:nvPr/>
        </p:nvGrpSpPr>
        <p:grpSpPr bwMode="auto">
          <a:xfrm>
            <a:off x="7303917" y="3522066"/>
            <a:ext cx="260799" cy="956399"/>
            <a:chOff x="2318199" y="3834666"/>
            <a:chExt cx="260799" cy="956399"/>
          </a:xfrm>
        </p:grpSpPr>
        <p:sp>
          <p:nvSpPr>
            <p:cNvPr id="1022981152" name="Google Shape;837;p60"/>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81290573" name="Google Shape;838;p60"/>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44862943" name="Google Shape;839;p60"/>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11096499" name="Google Shape;840;p60"/>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4213663" name="Google Shape;841;p60"/>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grpSp>
        <p:nvGrpSpPr>
          <p:cNvPr id="1209125259" name="Google Shape;842;p60"/>
          <p:cNvGrpSpPr/>
          <p:nvPr/>
        </p:nvGrpSpPr>
        <p:grpSpPr bwMode="auto">
          <a:xfrm>
            <a:off x="7303917" y="4658133"/>
            <a:ext cx="260799" cy="956399"/>
            <a:chOff x="2318199" y="3834666"/>
            <a:chExt cx="260799" cy="956399"/>
          </a:xfrm>
        </p:grpSpPr>
        <p:sp>
          <p:nvSpPr>
            <p:cNvPr id="1732110298" name="Google Shape;843;p60"/>
            <p:cNvSpPr/>
            <p:nvPr/>
          </p:nvSpPr>
          <p:spPr bwMode="auto">
            <a:xfrm>
              <a:off x="2318199" y="3834666"/>
              <a:ext cx="260799" cy="956399"/>
            </a:xfrm>
            <a:prstGeom prst="roundRect">
              <a:avLst>
                <a:gd name="adj" fmla="val 16667"/>
              </a:avLst>
            </a:prstGeom>
            <a:solidFill>
              <a:schemeClr val="lt2"/>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964730467" name="Google Shape;844;p60"/>
            <p:cNvSpPr/>
            <p:nvPr/>
          </p:nvSpPr>
          <p:spPr bwMode="auto">
            <a:xfrm>
              <a:off x="2332599" y="38346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2032864548" name="Google Shape;845;p60"/>
            <p:cNvSpPr/>
            <p:nvPr/>
          </p:nvSpPr>
          <p:spPr bwMode="auto">
            <a:xfrm>
              <a:off x="2332599" y="4076133"/>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175765985" name="Google Shape;846;p60"/>
            <p:cNvSpPr/>
            <p:nvPr/>
          </p:nvSpPr>
          <p:spPr bwMode="auto">
            <a:xfrm>
              <a:off x="2332599" y="4317599"/>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067795179" name="Google Shape;847;p60"/>
            <p:cNvSpPr/>
            <p:nvPr/>
          </p:nvSpPr>
          <p:spPr bwMode="auto">
            <a:xfrm>
              <a:off x="2332599" y="4559066"/>
              <a:ext cx="231998" cy="231998"/>
            </a:xfrm>
            <a:prstGeom prst="ellipse">
              <a:avLst/>
            </a:prstGeom>
            <a:solidFill>
              <a:srgbClr val="D9EAD3"/>
            </a:solidFill>
            <a:ln w="9525" cap="flat" cmpd="sng">
              <a:solidFill>
                <a:srgbClr val="6AA84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grpSp>
      <p:sp>
        <p:nvSpPr>
          <p:cNvPr id="114980576" name="Google Shape;848;p60"/>
          <p:cNvSpPr txBox="1"/>
          <p:nvPr/>
        </p:nvSpPr>
        <p:spPr bwMode="auto">
          <a:xfrm>
            <a:off x="7303899" y="5698399"/>
            <a:ext cx="703599" cy="4923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c'est</a:t>
            </a:r>
            <a:endParaRPr sz="1200">
              <a:solidFill>
                <a:schemeClr val="dk1"/>
              </a:solidFill>
            </a:endParaRPr>
          </a:p>
        </p:txBody>
      </p:sp>
      <p:cxnSp>
        <p:nvCxnSpPr>
          <p:cNvPr id="1924022770" name="Google Shape;849;p60"/>
          <p:cNvCxnSpPr>
            <a:stCxn id="645143345" idx="6"/>
            <a:endCxn id="1744862943" idx="2"/>
          </p:cNvCxnSpPr>
          <p:nvPr/>
        </p:nvCxnSpPr>
        <p:spPr bwMode="auto">
          <a:xfrm>
            <a:off x="6757683" y="3879533"/>
            <a:ext cx="560799" cy="0"/>
          </a:xfrm>
          <a:prstGeom prst="straightConnector1">
            <a:avLst/>
          </a:prstGeom>
          <a:noFill/>
          <a:ln w="9525" cap="flat" cmpd="sng">
            <a:solidFill>
              <a:schemeClr val="dk2"/>
            </a:solidFill>
            <a:prstDash val="solid"/>
            <a:round/>
            <a:headEnd type="none" w="med" len="med"/>
            <a:tailEnd type="triangle" w="med" len="med"/>
          </a:ln>
        </p:spPr>
      </p:cxnSp>
      <p:cxnSp>
        <p:nvCxnSpPr>
          <p:cNvPr id="683011000" name="Google Shape;850;p60"/>
          <p:cNvCxnSpPr>
            <a:stCxn id="964730467" idx="0"/>
            <a:endCxn id="54213663" idx="4"/>
          </p:cNvCxnSpPr>
          <p:nvPr/>
        </p:nvCxnSpPr>
        <p:spPr bwMode="auto">
          <a:xfrm rot="10800000">
            <a:off x="7434317" y="4478533"/>
            <a:ext cx="0" cy="179599"/>
          </a:xfrm>
          <a:prstGeom prst="straightConnector1">
            <a:avLst/>
          </a:prstGeom>
          <a:noFill/>
          <a:ln w="9525" cap="flat" cmpd="sng">
            <a:solidFill>
              <a:schemeClr val="dk2"/>
            </a:solidFill>
            <a:prstDash val="solid"/>
            <a:round/>
            <a:headEnd type="none" w="med" len="med"/>
            <a:tailEnd type="triangle" w="med" len="med"/>
          </a:ln>
        </p:spPr>
      </p:cxnSp>
      <p:cxnSp>
        <p:nvCxnSpPr>
          <p:cNvPr id="2087538648" name="Google Shape;851;p60"/>
          <p:cNvCxnSpPr>
            <a:stCxn id="1467869469" idx="0"/>
            <a:endCxn id="114980576" idx="2"/>
          </p:cNvCxnSpPr>
          <p:nvPr/>
        </p:nvCxnSpPr>
        <p:spPr bwMode="auto">
          <a:xfrm rot="-5400000" flipH="1">
            <a:off x="5598933" y="4133899"/>
            <a:ext cx="3186399" cy="927199"/>
          </a:xfrm>
          <a:prstGeom prst="curvedConnector5">
            <a:avLst>
              <a:gd name="adj1" fmla="val -9964"/>
              <a:gd name="adj2" fmla="val 49998"/>
              <a:gd name="adj3" fmla="val 109967"/>
            </a:avLst>
          </a:prstGeom>
          <a:noFill/>
          <a:ln w="9525" cap="flat" cmpd="sng">
            <a:solidFill>
              <a:schemeClr val="dk2"/>
            </a:solidFill>
            <a:prstDash val="dash"/>
            <a:round/>
            <a:headEnd type="none" w="med" len="med"/>
            <a:tailEnd type="stealth" w="med" len="med"/>
          </a:ln>
        </p:spPr>
      </p:cxnSp>
      <p:sp>
        <p:nvSpPr>
          <p:cNvPr id="297119795" name="Google Shape;852;p60"/>
          <p:cNvSpPr txBox="1"/>
          <p:nvPr/>
        </p:nvSpPr>
        <p:spPr bwMode="auto">
          <a:xfrm>
            <a:off x="7858399" y="2845299"/>
            <a:ext cx="4242399" cy="2524399"/>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0" lvl="0" indent="0" algn="l" rtl="0">
              <a:spcBef>
                <a:spcPts val="0"/>
              </a:spcBef>
              <a:spcAft>
                <a:spcPts val="0"/>
              </a:spcAft>
              <a:buNone/>
              <a:defRPr/>
            </a:pPr>
            <a:r>
              <a:rPr lang="en" sz="1200">
                <a:solidFill>
                  <a:schemeClr val="dk1"/>
                </a:solidFill>
              </a:rPr>
              <a:t>Training data</a:t>
            </a:r>
            <a:endParaRPr sz="1200">
              <a:solidFill>
                <a:schemeClr val="dk1"/>
              </a:solidFill>
            </a:endParaRPr>
          </a:p>
          <a:p>
            <a:pPr marL="0" lvl="0" indent="0" algn="l" rtl="0">
              <a:spcBef>
                <a:spcPts val="0"/>
              </a:spcBef>
              <a:spcAft>
                <a:spcPts val="0"/>
              </a:spcAft>
              <a:buNone/>
              <a:defRPr/>
            </a:pPr>
            <a:r>
              <a:rPr lang="en" sz="1100">
                <a:solidFill>
                  <a:schemeClr val="dk1"/>
                </a:solidFill>
              </a:rPr>
              <a:t>1</a:t>
            </a:r>
            <a:endParaRPr sz="1100">
              <a:solidFill>
                <a:schemeClr val="dk1"/>
              </a:solidFill>
            </a:endParaRPr>
          </a:p>
          <a:p>
            <a:pPr marL="0" lvl="0" indent="0" algn="l" rtl="0">
              <a:spcBef>
                <a:spcPts val="0"/>
              </a:spcBef>
              <a:spcAft>
                <a:spcPts val="0"/>
              </a:spcAft>
              <a:buNone/>
              <a:defRPr/>
            </a:pPr>
            <a:r>
              <a:rPr lang="en" sz="1100" i="1">
                <a:solidFill>
                  <a:schemeClr val="dk1"/>
                </a:solidFill>
                <a:highlight>
                  <a:schemeClr val="lt1"/>
                </a:highlight>
              </a:rPr>
              <a:t>in: Today is Thursday &lt;start&gt;</a:t>
            </a:r>
            <a:endParaRPr sz="1100" i="1">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out: aujourd'hui</a:t>
            </a:r>
            <a:endParaRPr sz="1100" i="1">
              <a:solidFill>
                <a:schemeClr val="dk1"/>
              </a:solidFill>
              <a:highlight>
                <a:schemeClr val="lt1"/>
              </a:highlight>
            </a:endParaRPr>
          </a:p>
          <a:p>
            <a:pPr marL="0" lvl="0" indent="0" algn="l" rtl="0">
              <a:spcBef>
                <a:spcPts val="0"/>
              </a:spcBef>
              <a:spcAft>
                <a:spcPts val="0"/>
              </a:spcAft>
              <a:buNone/>
              <a:defRPr/>
            </a:pPr>
            <a:r>
              <a:rPr lang="en" sz="1100">
                <a:solidFill>
                  <a:schemeClr val="dk1"/>
                </a:solidFill>
                <a:highlight>
                  <a:schemeClr val="lt1"/>
                </a:highlight>
              </a:rPr>
              <a:t>2</a:t>
            </a:r>
            <a:endParaRPr sz="1100">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in: Today is Thursday &lt;start&gt; aujourd'hui</a:t>
            </a:r>
            <a:endParaRPr sz="1100" i="1">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out: c'est</a:t>
            </a:r>
            <a:endParaRPr sz="1100" i="1">
              <a:solidFill>
                <a:schemeClr val="dk1"/>
              </a:solidFill>
              <a:highlight>
                <a:schemeClr val="lt1"/>
              </a:highlight>
            </a:endParaRPr>
          </a:p>
          <a:p>
            <a:pPr marL="0" lvl="0" indent="0" algn="l" rtl="0">
              <a:spcBef>
                <a:spcPts val="0"/>
              </a:spcBef>
              <a:spcAft>
                <a:spcPts val="0"/>
              </a:spcAft>
              <a:buNone/>
              <a:defRPr/>
            </a:pPr>
            <a:r>
              <a:rPr lang="en" sz="1100">
                <a:solidFill>
                  <a:schemeClr val="dk1"/>
                </a:solidFill>
                <a:highlight>
                  <a:schemeClr val="lt1"/>
                </a:highlight>
              </a:rPr>
              <a:t>3</a:t>
            </a:r>
            <a:endParaRPr sz="1100">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in: Today is Thursday &lt;start&gt; aujourd'hui c'est</a:t>
            </a:r>
            <a:endParaRPr sz="1100" i="1">
              <a:solidFill>
                <a:schemeClr val="dk1"/>
              </a:solidFill>
              <a:highlight>
                <a:schemeClr val="lt1"/>
              </a:highlight>
            </a:endParaRPr>
          </a:p>
          <a:p>
            <a:pPr marL="0" lvl="0" indent="0" algn="l" rtl="0">
              <a:spcBef>
                <a:spcPts val="0"/>
              </a:spcBef>
              <a:spcAft>
                <a:spcPts val="0"/>
              </a:spcAft>
              <a:buNone/>
              <a:defRPr/>
            </a:pPr>
            <a:r>
              <a:rPr lang="en" sz="1100" i="1">
                <a:solidFill>
                  <a:schemeClr val="dk1"/>
                </a:solidFill>
                <a:highlight>
                  <a:schemeClr val="lt1"/>
                </a:highlight>
              </a:rPr>
              <a:t>out: jeudi</a:t>
            </a:r>
            <a:endParaRPr sz="1100" i="1">
              <a:solidFill>
                <a:schemeClr val="dk1"/>
              </a:solidFill>
              <a:highlight>
                <a:schemeClr val="lt1"/>
              </a:highlight>
            </a:endParaRPr>
          </a:p>
        </p:txBody>
      </p:sp>
      <p:sp>
        <p:nvSpPr>
          <p:cNvPr id="705686849" name="Google Shape;853;p60"/>
          <p:cNvSpPr/>
          <p:nvPr/>
        </p:nvSpPr>
        <p:spPr bwMode="auto">
          <a:xfrm>
            <a:off x="2282766" y="3917466"/>
            <a:ext cx="2263599" cy="2437599"/>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r>
              <a:rPr lang="en"/>
              <a:t>Encode the source text</a:t>
            </a:r>
            <a:endParaRPr/>
          </a:p>
        </p:txBody>
      </p:sp>
      <p:sp>
        <p:nvSpPr>
          <p:cNvPr id="1976266615" name="Google Shape;854;p60"/>
          <p:cNvSpPr/>
          <p:nvPr/>
        </p:nvSpPr>
        <p:spPr bwMode="auto">
          <a:xfrm>
            <a:off x="5542499" y="3453166"/>
            <a:ext cx="2195599" cy="2331199"/>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r>
              <a:rPr lang="en" sz="1300"/>
              <a:t>Decode the target text based on the context vector using a language model for </a:t>
            </a:r>
            <a:r>
              <a:rPr lang="en" sz="1300"/>
              <a:t>target</a:t>
            </a:r>
            <a:r>
              <a:rPr lang="en" sz="1300"/>
              <a:t> language</a:t>
            </a:r>
            <a:endParaRPr sz="1300"/>
          </a:p>
        </p:txBody>
      </p:sp>
      <p:sp>
        <p:nvSpPr>
          <p:cNvPr id="1672205574" name="Google Shape;855;p60"/>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F1D96FAD-4502-E5B2-350E-D43F3B2355A5}" type="slidenum">
              <a:rPr lang="en"/>
              <a:t>9</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8503011" name="Google Shape;860;p61"/>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Sequence to Sequence task</a:t>
            </a:r>
            <a:endParaRPr/>
          </a:p>
        </p:txBody>
      </p:sp>
      <p:pic>
        <p:nvPicPr>
          <p:cNvPr id="1649981492" name="Google Shape;861;p61"/>
          <p:cNvPicPr/>
          <p:nvPr/>
        </p:nvPicPr>
        <p:blipFill rotWithShape="1">
          <a:blip r:embed="rId3">
            <a:alphaModFix/>
          </a:blip>
          <a:stretch/>
        </p:blipFill>
        <p:spPr bwMode="auto">
          <a:xfrm>
            <a:off x="1412233" y="1517266"/>
            <a:ext cx="7921999" cy="1698532"/>
          </a:xfrm>
          <a:prstGeom prst="rect">
            <a:avLst/>
          </a:prstGeom>
          <a:noFill/>
          <a:ln>
            <a:noFill/>
          </a:ln>
        </p:spPr>
      </p:pic>
      <p:grpSp>
        <p:nvGrpSpPr>
          <p:cNvPr id="1453472367" name="Google Shape;862;p61"/>
          <p:cNvGrpSpPr/>
          <p:nvPr/>
        </p:nvGrpSpPr>
        <p:grpSpPr bwMode="auto">
          <a:xfrm>
            <a:off x="3089551" y="5480435"/>
            <a:ext cx="222253" cy="815043"/>
            <a:chOff x="2318199" y="3834666"/>
            <a:chExt cx="260799" cy="956399"/>
          </a:xfrm>
        </p:grpSpPr>
        <p:sp>
          <p:nvSpPr>
            <p:cNvPr id="764321176" name="Google Shape;863;p61"/>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70586381" name="Google Shape;864;p61"/>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564568886" name="Google Shape;865;p61"/>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074086460" name="Google Shape;866;p61"/>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370893823" name="Google Shape;867;p61"/>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972571930" name="Google Shape;868;p61"/>
          <p:cNvGrpSpPr/>
          <p:nvPr/>
        </p:nvGrpSpPr>
        <p:grpSpPr bwMode="auto">
          <a:xfrm>
            <a:off x="3715431" y="5480435"/>
            <a:ext cx="222253" cy="815043"/>
            <a:chOff x="2318199" y="3834666"/>
            <a:chExt cx="260799" cy="956399"/>
          </a:xfrm>
        </p:grpSpPr>
        <p:sp>
          <p:nvSpPr>
            <p:cNvPr id="2070673737" name="Google Shape;869;p61"/>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734809142" name="Google Shape;870;p61"/>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137206638" name="Google Shape;871;p61"/>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458557599" name="Google Shape;872;p61"/>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48216480" name="Google Shape;873;p61"/>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508072277" name="Google Shape;874;p61"/>
          <p:cNvGrpSpPr/>
          <p:nvPr/>
        </p:nvGrpSpPr>
        <p:grpSpPr bwMode="auto">
          <a:xfrm>
            <a:off x="4341312" y="5480435"/>
            <a:ext cx="222253" cy="815043"/>
            <a:chOff x="2318199" y="3834666"/>
            <a:chExt cx="260799" cy="956399"/>
          </a:xfrm>
        </p:grpSpPr>
        <p:sp>
          <p:nvSpPr>
            <p:cNvPr id="910032453" name="Google Shape;875;p61"/>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970705443" name="Google Shape;876;p61"/>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557764263" name="Google Shape;877;p61"/>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108444025" name="Google Shape;878;p61"/>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700845362" name="Google Shape;879;p61"/>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sp>
        <p:nvSpPr>
          <p:cNvPr id="892930095" name="Google Shape;880;p61"/>
          <p:cNvSpPr txBox="1"/>
          <p:nvPr/>
        </p:nvSpPr>
        <p:spPr bwMode="auto">
          <a:xfrm>
            <a:off x="2859009" y="6361122"/>
            <a:ext cx="773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Today</a:t>
            </a:r>
            <a:endParaRPr sz="1000">
              <a:solidFill>
                <a:schemeClr val="dk1"/>
              </a:solidFill>
            </a:endParaRPr>
          </a:p>
        </p:txBody>
      </p:sp>
      <p:sp>
        <p:nvSpPr>
          <p:cNvPr id="1528456879" name="Google Shape;881;p61"/>
          <p:cNvSpPr txBox="1"/>
          <p:nvPr/>
        </p:nvSpPr>
        <p:spPr bwMode="auto">
          <a:xfrm>
            <a:off x="3673945" y="6361122"/>
            <a:ext cx="485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is</a:t>
            </a:r>
            <a:endParaRPr sz="1000">
              <a:solidFill>
                <a:schemeClr val="dk1"/>
              </a:solidFill>
            </a:endParaRPr>
          </a:p>
        </p:txBody>
      </p:sp>
      <p:sp>
        <p:nvSpPr>
          <p:cNvPr id="1634463605" name="Google Shape;882;p61"/>
          <p:cNvSpPr txBox="1"/>
          <p:nvPr/>
        </p:nvSpPr>
        <p:spPr bwMode="auto">
          <a:xfrm>
            <a:off x="4044442" y="6361122"/>
            <a:ext cx="1012397"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Thursday</a:t>
            </a:r>
            <a:endParaRPr sz="1000">
              <a:solidFill>
                <a:schemeClr val="dk1"/>
              </a:solidFill>
            </a:endParaRPr>
          </a:p>
        </p:txBody>
      </p:sp>
      <p:grpSp>
        <p:nvGrpSpPr>
          <p:cNvPr id="1370784095" name="Google Shape;883;p61"/>
          <p:cNvGrpSpPr/>
          <p:nvPr/>
        </p:nvGrpSpPr>
        <p:grpSpPr bwMode="auto">
          <a:xfrm>
            <a:off x="3089566" y="4492963"/>
            <a:ext cx="222253" cy="815043"/>
            <a:chOff x="2318199" y="3834666"/>
            <a:chExt cx="260799" cy="956399"/>
          </a:xfrm>
        </p:grpSpPr>
        <p:sp>
          <p:nvSpPr>
            <p:cNvPr id="2031863430" name="Google Shape;884;p61"/>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943591522" name="Google Shape;885;p61"/>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868404639" name="Google Shape;886;p61"/>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917746340" name="Google Shape;887;p61"/>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306283653" name="Google Shape;888;p61"/>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1029086344" name="Google Shape;889;p61"/>
          <p:cNvGrpSpPr/>
          <p:nvPr/>
        </p:nvGrpSpPr>
        <p:grpSpPr bwMode="auto">
          <a:xfrm>
            <a:off x="3715446" y="4492963"/>
            <a:ext cx="222253" cy="815043"/>
            <a:chOff x="2318199" y="3834666"/>
            <a:chExt cx="260799" cy="956399"/>
          </a:xfrm>
        </p:grpSpPr>
        <p:sp>
          <p:nvSpPr>
            <p:cNvPr id="2055817466" name="Google Shape;890;p61"/>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457639984" name="Google Shape;891;p61"/>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60928549" name="Google Shape;892;p61"/>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449708206" name="Google Shape;893;p61"/>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187604433" name="Google Shape;894;p61"/>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232489600" name="Google Shape;895;p61"/>
          <p:cNvGrpSpPr/>
          <p:nvPr/>
        </p:nvGrpSpPr>
        <p:grpSpPr bwMode="auto">
          <a:xfrm>
            <a:off x="4341326" y="4492963"/>
            <a:ext cx="222253" cy="815043"/>
            <a:chOff x="2318199" y="3834666"/>
            <a:chExt cx="260799" cy="956399"/>
          </a:xfrm>
        </p:grpSpPr>
        <p:sp>
          <p:nvSpPr>
            <p:cNvPr id="1509538287" name="Google Shape;896;p61"/>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515511647" name="Google Shape;897;p61"/>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480871979" name="Google Shape;898;p61"/>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266319807" name="Google Shape;899;p61"/>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239004419" name="Google Shape;900;p61"/>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cxnSp>
        <p:nvCxnSpPr>
          <p:cNvPr id="846228411" name="Google Shape;901;p61"/>
          <p:cNvCxnSpPr>
            <a:stCxn id="270586381" idx="0"/>
            <a:endCxn id="306283653" idx="4"/>
          </p:cNvCxnSpPr>
          <p:nvPr/>
        </p:nvCxnSpPr>
        <p:spPr bwMode="auto">
          <a:xfrm rot="10800000">
            <a:off x="3200678" y="5308035"/>
            <a:ext cx="0" cy="172399"/>
          </a:xfrm>
          <a:prstGeom prst="straightConnector1">
            <a:avLst/>
          </a:prstGeom>
          <a:noFill/>
          <a:ln w="8125" cap="flat" cmpd="sng">
            <a:solidFill>
              <a:schemeClr val="dk2"/>
            </a:solidFill>
            <a:prstDash val="solid"/>
            <a:round/>
            <a:headEnd type="none" w="med" len="med"/>
            <a:tailEnd type="triangle" w="med" len="med"/>
          </a:ln>
        </p:spPr>
      </p:cxnSp>
      <p:cxnSp>
        <p:nvCxnSpPr>
          <p:cNvPr id="108288818" name="Google Shape;902;p61"/>
          <p:cNvCxnSpPr>
            <a:stCxn id="734809142" idx="0"/>
            <a:endCxn id="1187604433" idx="4"/>
          </p:cNvCxnSpPr>
          <p:nvPr/>
        </p:nvCxnSpPr>
        <p:spPr bwMode="auto">
          <a:xfrm rot="10800000">
            <a:off x="3826558" y="5308035"/>
            <a:ext cx="0" cy="172399"/>
          </a:xfrm>
          <a:prstGeom prst="straightConnector1">
            <a:avLst/>
          </a:prstGeom>
          <a:noFill/>
          <a:ln w="8125" cap="flat" cmpd="sng">
            <a:solidFill>
              <a:schemeClr val="dk2"/>
            </a:solidFill>
            <a:prstDash val="solid"/>
            <a:round/>
            <a:headEnd type="none" w="med" len="med"/>
            <a:tailEnd type="triangle" w="med" len="med"/>
          </a:ln>
        </p:spPr>
      </p:cxnSp>
      <p:cxnSp>
        <p:nvCxnSpPr>
          <p:cNvPr id="482595452" name="Google Shape;903;p61"/>
          <p:cNvCxnSpPr>
            <a:stCxn id="1970705443" idx="0"/>
            <a:endCxn id="1239004419" idx="4"/>
          </p:cNvCxnSpPr>
          <p:nvPr/>
        </p:nvCxnSpPr>
        <p:spPr bwMode="auto">
          <a:xfrm rot="10800000">
            <a:off x="4452439" y="5308035"/>
            <a:ext cx="0" cy="172399"/>
          </a:xfrm>
          <a:prstGeom prst="straightConnector1">
            <a:avLst/>
          </a:prstGeom>
          <a:noFill/>
          <a:ln w="8125" cap="flat" cmpd="sng">
            <a:solidFill>
              <a:schemeClr val="dk2"/>
            </a:solidFill>
            <a:prstDash val="solid"/>
            <a:round/>
            <a:headEnd type="none" w="med" len="med"/>
            <a:tailEnd type="triangle" w="med" len="med"/>
          </a:ln>
        </p:spPr>
      </p:cxnSp>
      <p:cxnSp>
        <p:nvCxnSpPr>
          <p:cNvPr id="640344015" name="Google Shape;904;p61"/>
          <p:cNvCxnSpPr>
            <a:stCxn id="917746340" idx="6"/>
            <a:endCxn id="1449708206" idx="2"/>
          </p:cNvCxnSpPr>
          <p:nvPr/>
        </p:nvCxnSpPr>
        <p:spPr bwMode="auto">
          <a:xfrm>
            <a:off x="3299547" y="5003374"/>
            <a:ext cx="427999" cy="0"/>
          </a:xfrm>
          <a:prstGeom prst="straightConnector1">
            <a:avLst/>
          </a:prstGeom>
          <a:noFill/>
          <a:ln w="8125" cap="flat" cmpd="sng">
            <a:solidFill>
              <a:schemeClr val="dk2"/>
            </a:solidFill>
            <a:prstDash val="solid"/>
            <a:round/>
            <a:headEnd type="none" w="med" len="med"/>
            <a:tailEnd type="triangle" w="med" len="med"/>
          </a:ln>
        </p:spPr>
      </p:cxnSp>
      <p:cxnSp>
        <p:nvCxnSpPr>
          <p:cNvPr id="1273981074" name="Google Shape;905;p61"/>
          <p:cNvCxnSpPr>
            <a:stCxn id="1449708206" idx="6"/>
            <a:endCxn id="1266319807" idx="2"/>
          </p:cNvCxnSpPr>
          <p:nvPr/>
        </p:nvCxnSpPr>
        <p:spPr bwMode="auto">
          <a:xfrm>
            <a:off x="3925427" y="5003374"/>
            <a:ext cx="427999" cy="0"/>
          </a:xfrm>
          <a:prstGeom prst="straightConnector1">
            <a:avLst/>
          </a:prstGeom>
          <a:noFill/>
          <a:ln w="8125" cap="flat" cmpd="sng">
            <a:solidFill>
              <a:schemeClr val="dk2"/>
            </a:solidFill>
            <a:prstDash val="solid"/>
            <a:round/>
            <a:headEnd type="none" w="med" len="med"/>
            <a:tailEnd type="triangle" w="med" len="med"/>
          </a:ln>
        </p:spPr>
      </p:cxnSp>
      <p:grpSp>
        <p:nvGrpSpPr>
          <p:cNvPr id="981408922" name="Google Shape;906;p61"/>
          <p:cNvGrpSpPr/>
          <p:nvPr/>
        </p:nvGrpSpPr>
        <p:grpSpPr bwMode="auto">
          <a:xfrm>
            <a:off x="5090673" y="4262307"/>
            <a:ext cx="222253" cy="815043"/>
            <a:chOff x="2318199" y="3834666"/>
            <a:chExt cx="260799" cy="956399"/>
          </a:xfrm>
        </p:grpSpPr>
        <p:sp>
          <p:nvSpPr>
            <p:cNvPr id="720727880" name="Google Shape;907;p61"/>
            <p:cNvSpPr/>
            <p:nvPr/>
          </p:nvSpPr>
          <p:spPr bwMode="auto">
            <a:xfrm>
              <a:off x="2318199" y="3834666"/>
              <a:ext cx="260799" cy="956399"/>
            </a:xfrm>
            <a:prstGeom prst="roundRect">
              <a:avLst>
                <a:gd name="adj" fmla="val 16667"/>
              </a:avLst>
            </a:prstGeom>
            <a:solidFill>
              <a:schemeClr val="lt2"/>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045083458" name="Google Shape;908;p61"/>
            <p:cNvSpPr/>
            <p:nvPr/>
          </p:nvSpPr>
          <p:spPr bwMode="auto">
            <a:xfrm>
              <a:off x="2332599" y="3834666"/>
              <a:ext cx="231998" cy="231998"/>
            </a:xfrm>
            <a:prstGeom prst="ellipse">
              <a:avLst/>
            </a:prstGeom>
            <a:solidFill>
              <a:srgbClr val="F4CCCC"/>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789083061" name="Google Shape;909;p61"/>
            <p:cNvSpPr/>
            <p:nvPr/>
          </p:nvSpPr>
          <p:spPr bwMode="auto">
            <a:xfrm>
              <a:off x="2332599" y="4076133"/>
              <a:ext cx="231998" cy="231998"/>
            </a:xfrm>
            <a:prstGeom prst="ellipse">
              <a:avLst/>
            </a:prstGeom>
            <a:solidFill>
              <a:srgbClr val="F4CCCC"/>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925020461" name="Google Shape;910;p61"/>
            <p:cNvSpPr/>
            <p:nvPr/>
          </p:nvSpPr>
          <p:spPr bwMode="auto">
            <a:xfrm>
              <a:off x="2332599" y="4317599"/>
              <a:ext cx="231998" cy="231998"/>
            </a:xfrm>
            <a:prstGeom prst="ellipse">
              <a:avLst/>
            </a:prstGeom>
            <a:solidFill>
              <a:srgbClr val="F4CCCC"/>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651514542" name="Google Shape;911;p61"/>
            <p:cNvSpPr/>
            <p:nvPr/>
          </p:nvSpPr>
          <p:spPr bwMode="auto">
            <a:xfrm>
              <a:off x="2332599" y="4559066"/>
              <a:ext cx="231998" cy="231998"/>
            </a:xfrm>
            <a:prstGeom prst="ellipse">
              <a:avLst/>
            </a:prstGeom>
            <a:solidFill>
              <a:srgbClr val="F4CCCC"/>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cxnSp>
        <p:nvCxnSpPr>
          <p:cNvPr id="1544118437" name="Google Shape;912;p61"/>
          <p:cNvCxnSpPr>
            <a:stCxn id="1266319807" idx="6"/>
            <a:endCxn id="925020461" idx="2"/>
          </p:cNvCxnSpPr>
          <p:nvPr/>
        </p:nvCxnSpPr>
        <p:spPr bwMode="auto">
          <a:xfrm rot="10800000" flipH="1">
            <a:off x="4551309" y="4772573"/>
            <a:ext cx="551599" cy="230799"/>
          </a:xfrm>
          <a:prstGeom prst="straightConnector1">
            <a:avLst/>
          </a:prstGeom>
          <a:noFill/>
          <a:ln w="8125" cap="flat" cmpd="sng">
            <a:solidFill>
              <a:schemeClr val="dk2"/>
            </a:solidFill>
            <a:prstDash val="solid"/>
            <a:round/>
            <a:headEnd type="none" w="med" len="med"/>
            <a:tailEnd type="triangle" w="med" len="med"/>
          </a:ln>
        </p:spPr>
      </p:cxnSp>
      <p:grpSp>
        <p:nvGrpSpPr>
          <p:cNvPr id="1562101467" name="Google Shape;913;p61"/>
          <p:cNvGrpSpPr/>
          <p:nvPr/>
        </p:nvGrpSpPr>
        <p:grpSpPr bwMode="auto">
          <a:xfrm>
            <a:off x="5782241" y="3987367"/>
            <a:ext cx="222253" cy="815043"/>
            <a:chOff x="2318199" y="3834666"/>
            <a:chExt cx="260799" cy="956399"/>
          </a:xfrm>
        </p:grpSpPr>
        <p:sp>
          <p:nvSpPr>
            <p:cNvPr id="561095186" name="Google Shape;914;p61"/>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852145336" name="Google Shape;915;p61"/>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42526786" name="Google Shape;916;p61"/>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4012808" name="Google Shape;917;p61"/>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296191759" name="Google Shape;918;p61"/>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sp>
        <p:nvSpPr>
          <p:cNvPr id="360786065" name="Google Shape;919;p61"/>
          <p:cNvSpPr txBox="1"/>
          <p:nvPr/>
        </p:nvSpPr>
        <p:spPr bwMode="auto">
          <a:xfrm>
            <a:off x="5355087" y="3546045"/>
            <a:ext cx="1076400"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aujourd'hui</a:t>
            </a:r>
            <a:endParaRPr sz="1000">
              <a:solidFill>
                <a:schemeClr val="dk1"/>
              </a:solidFill>
            </a:endParaRPr>
          </a:p>
        </p:txBody>
      </p:sp>
      <p:sp>
        <p:nvSpPr>
          <p:cNvPr id="48816982" name="Google Shape;920;p61"/>
          <p:cNvSpPr txBox="1"/>
          <p:nvPr/>
        </p:nvSpPr>
        <p:spPr bwMode="auto">
          <a:xfrm>
            <a:off x="6342986" y="3546045"/>
            <a:ext cx="599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c'est</a:t>
            </a:r>
            <a:endParaRPr sz="1000">
              <a:solidFill>
                <a:schemeClr val="dk1"/>
              </a:solidFill>
            </a:endParaRPr>
          </a:p>
        </p:txBody>
      </p:sp>
      <p:grpSp>
        <p:nvGrpSpPr>
          <p:cNvPr id="399267157" name="Google Shape;921;p61"/>
          <p:cNvGrpSpPr/>
          <p:nvPr/>
        </p:nvGrpSpPr>
        <p:grpSpPr bwMode="auto">
          <a:xfrm>
            <a:off x="6457703" y="3987367"/>
            <a:ext cx="222253" cy="815043"/>
            <a:chOff x="2318199" y="3834666"/>
            <a:chExt cx="260799" cy="956399"/>
          </a:xfrm>
        </p:grpSpPr>
        <p:sp>
          <p:nvSpPr>
            <p:cNvPr id="812818009" name="Google Shape;922;p61"/>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372682506" name="Google Shape;923;p61"/>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458251190" name="Google Shape;924;p61"/>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476362726" name="Google Shape;925;p61"/>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035282597" name="Google Shape;926;p61"/>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cxnSp>
        <p:nvCxnSpPr>
          <p:cNvPr id="116939671" name="Google Shape;927;p61"/>
          <p:cNvCxnSpPr>
            <a:stCxn id="1789083061" idx="6"/>
            <a:endCxn id="242526786" idx="2"/>
          </p:cNvCxnSpPr>
          <p:nvPr/>
        </p:nvCxnSpPr>
        <p:spPr bwMode="auto">
          <a:xfrm rot="10800000" flipH="1">
            <a:off x="5300653" y="4292141"/>
            <a:ext cx="493999" cy="274799"/>
          </a:xfrm>
          <a:prstGeom prst="straightConnector1">
            <a:avLst/>
          </a:prstGeom>
          <a:noFill/>
          <a:ln w="8125" cap="flat" cmpd="sng">
            <a:solidFill>
              <a:schemeClr val="dk2"/>
            </a:solidFill>
            <a:prstDash val="solid"/>
            <a:round/>
            <a:headEnd type="none" w="med" len="med"/>
            <a:tailEnd type="triangle" w="med" len="med"/>
          </a:ln>
        </p:spPr>
      </p:cxnSp>
      <p:cxnSp>
        <p:nvCxnSpPr>
          <p:cNvPr id="1616424264" name="Google Shape;928;p61"/>
          <p:cNvCxnSpPr>
            <a:stCxn id="242526786" idx="6"/>
            <a:endCxn id="458251190" idx="2"/>
          </p:cNvCxnSpPr>
          <p:nvPr/>
        </p:nvCxnSpPr>
        <p:spPr bwMode="auto">
          <a:xfrm>
            <a:off x="5992222" y="4292001"/>
            <a:ext cx="477599" cy="0"/>
          </a:xfrm>
          <a:prstGeom prst="straightConnector1">
            <a:avLst/>
          </a:prstGeom>
          <a:noFill/>
          <a:ln w="8125" cap="flat" cmpd="sng">
            <a:solidFill>
              <a:schemeClr val="dk2"/>
            </a:solidFill>
            <a:prstDash val="solid"/>
            <a:round/>
            <a:headEnd type="none" w="med" len="med"/>
            <a:tailEnd type="triangle" w="med" len="med"/>
          </a:ln>
        </p:spPr>
      </p:cxnSp>
      <p:grpSp>
        <p:nvGrpSpPr>
          <p:cNvPr id="1751387408" name="Google Shape;929;p61"/>
          <p:cNvGrpSpPr/>
          <p:nvPr/>
        </p:nvGrpSpPr>
        <p:grpSpPr bwMode="auto">
          <a:xfrm>
            <a:off x="5782241" y="4955495"/>
            <a:ext cx="222253" cy="815043"/>
            <a:chOff x="2318199" y="3834666"/>
            <a:chExt cx="260799" cy="956399"/>
          </a:xfrm>
        </p:grpSpPr>
        <p:sp>
          <p:nvSpPr>
            <p:cNvPr id="909013526" name="Google Shape;930;p61"/>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050092013" name="Google Shape;931;p61"/>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374751316" name="Google Shape;932;p61"/>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063439174" name="Google Shape;933;p61"/>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093398119" name="Google Shape;934;p61"/>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331955579" name="Google Shape;935;p61"/>
          <p:cNvGrpSpPr/>
          <p:nvPr/>
        </p:nvGrpSpPr>
        <p:grpSpPr bwMode="auto">
          <a:xfrm>
            <a:off x="6457703" y="4955495"/>
            <a:ext cx="222253" cy="815043"/>
            <a:chOff x="2318199" y="3834666"/>
            <a:chExt cx="260799" cy="956399"/>
          </a:xfrm>
        </p:grpSpPr>
        <p:sp>
          <p:nvSpPr>
            <p:cNvPr id="1873849972" name="Google Shape;936;p61"/>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273858014" name="Google Shape;937;p61"/>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337933748" name="Google Shape;938;p61"/>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318926365" name="Google Shape;939;p61"/>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564542927" name="Google Shape;940;p61"/>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cxnSp>
        <p:nvCxnSpPr>
          <p:cNvPr id="118121985" name="Google Shape;941;p61"/>
          <p:cNvCxnSpPr>
            <a:stCxn id="2050092013" idx="0"/>
            <a:endCxn id="1296191759" idx="4"/>
          </p:cNvCxnSpPr>
          <p:nvPr/>
        </p:nvCxnSpPr>
        <p:spPr bwMode="auto">
          <a:xfrm rot="10800000">
            <a:off x="5893367" y="4802295"/>
            <a:ext cx="0" cy="153199"/>
          </a:xfrm>
          <a:prstGeom prst="straightConnector1">
            <a:avLst/>
          </a:prstGeom>
          <a:noFill/>
          <a:ln w="8125" cap="flat" cmpd="sng">
            <a:solidFill>
              <a:schemeClr val="dk2"/>
            </a:solidFill>
            <a:prstDash val="solid"/>
            <a:round/>
            <a:headEnd type="none" w="med" len="med"/>
            <a:tailEnd type="triangle" w="med" len="med"/>
          </a:ln>
        </p:spPr>
      </p:cxnSp>
      <p:sp>
        <p:nvSpPr>
          <p:cNvPr id="955434319" name="Google Shape;942;p61"/>
          <p:cNvSpPr txBox="1"/>
          <p:nvPr/>
        </p:nvSpPr>
        <p:spPr bwMode="auto">
          <a:xfrm>
            <a:off x="5506434" y="5841891"/>
            <a:ext cx="773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&lt;start&gt;</a:t>
            </a:r>
            <a:endParaRPr sz="1000">
              <a:solidFill>
                <a:schemeClr val="dk1"/>
              </a:solidFill>
            </a:endParaRPr>
          </a:p>
        </p:txBody>
      </p:sp>
      <p:sp>
        <p:nvSpPr>
          <p:cNvPr id="355475944" name="Google Shape;943;p61"/>
          <p:cNvSpPr txBox="1"/>
          <p:nvPr/>
        </p:nvSpPr>
        <p:spPr bwMode="auto">
          <a:xfrm>
            <a:off x="6145197" y="5841891"/>
            <a:ext cx="1076400"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aujourd'hui</a:t>
            </a:r>
            <a:endParaRPr sz="1000">
              <a:solidFill>
                <a:schemeClr val="dk1"/>
              </a:solidFill>
            </a:endParaRPr>
          </a:p>
        </p:txBody>
      </p:sp>
      <p:cxnSp>
        <p:nvCxnSpPr>
          <p:cNvPr id="269743364" name="Google Shape;944;p61"/>
          <p:cNvCxnSpPr>
            <a:stCxn id="1273858014" idx="0"/>
            <a:endCxn id="2035282597" idx="4"/>
          </p:cNvCxnSpPr>
          <p:nvPr/>
        </p:nvCxnSpPr>
        <p:spPr bwMode="auto">
          <a:xfrm rot="10800000">
            <a:off x="6568830" y="4802295"/>
            <a:ext cx="0" cy="153199"/>
          </a:xfrm>
          <a:prstGeom prst="straightConnector1">
            <a:avLst/>
          </a:prstGeom>
          <a:noFill/>
          <a:ln w="8125" cap="flat" cmpd="sng">
            <a:solidFill>
              <a:schemeClr val="dk2"/>
            </a:solidFill>
            <a:prstDash val="solid"/>
            <a:round/>
            <a:headEnd type="none" w="med" len="med"/>
            <a:tailEnd type="triangle" w="med" len="med"/>
          </a:ln>
        </p:spPr>
      </p:cxnSp>
      <p:cxnSp>
        <p:nvCxnSpPr>
          <p:cNvPr id="129575115" name="Google Shape;945;p61"/>
          <p:cNvCxnSpPr>
            <a:stCxn id="360786065" idx="0"/>
            <a:endCxn id="355475944" idx="2"/>
          </p:cNvCxnSpPr>
          <p:nvPr/>
        </p:nvCxnSpPr>
        <p:spPr bwMode="auto">
          <a:xfrm rot="-5400000" flipH="1">
            <a:off x="4930488" y="4508845"/>
            <a:ext cx="2715598" cy="789999"/>
          </a:xfrm>
          <a:prstGeom prst="curvedConnector5">
            <a:avLst>
              <a:gd name="adj1" fmla="val -9964"/>
              <a:gd name="adj2" fmla="val 48656"/>
              <a:gd name="adj3" fmla="val 109967"/>
            </a:avLst>
          </a:prstGeom>
          <a:noFill/>
          <a:ln w="8125" cap="flat" cmpd="sng">
            <a:solidFill>
              <a:schemeClr val="dk2"/>
            </a:solidFill>
            <a:prstDash val="dash"/>
            <a:round/>
            <a:headEnd type="none" w="med" len="med"/>
            <a:tailEnd type="stealth" w="med" len="med"/>
          </a:ln>
        </p:spPr>
      </p:cxnSp>
      <p:sp>
        <p:nvSpPr>
          <p:cNvPr id="966139497" name="Google Shape;946;p61"/>
          <p:cNvSpPr txBox="1"/>
          <p:nvPr/>
        </p:nvSpPr>
        <p:spPr bwMode="auto">
          <a:xfrm>
            <a:off x="6975982" y="3546045"/>
            <a:ext cx="1012397"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jeudi</a:t>
            </a:r>
            <a:endParaRPr sz="1000">
              <a:solidFill>
                <a:schemeClr val="dk1"/>
              </a:solidFill>
            </a:endParaRPr>
          </a:p>
        </p:txBody>
      </p:sp>
      <p:grpSp>
        <p:nvGrpSpPr>
          <p:cNvPr id="2134175184" name="Google Shape;947;p61"/>
          <p:cNvGrpSpPr/>
          <p:nvPr/>
        </p:nvGrpSpPr>
        <p:grpSpPr bwMode="auto">
          <a:xfrm>
            <a:off x="7133166" y="3987367"/>
            <a:ext cx="222253" cy="815043"/>
            <a:chOff x="2318199" y="3834666"/>
            <a:chExt cx="260799" cy="956399"/>
          </a:xfrm>
        </p:grpSpPr>
        <p:sp>
          <p:nvSpPr>
            <p:cNvPr id="1549746266" name="Google Shape;948;p61"/>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104942899" name="Google Shape;949;p61"/>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538101174" name="Google Shape;950;p61"/>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19314478" name="Google Shape;951;p61"/>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824376042" name="Google Shape;952;p61"/>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1272020926" name="Google Shape;953;p61"/>
          <p:cNvGrpSpPr/>
          <p:nvPr/>
        </p:nvGrpSpPr>
        <p:grpSpPr bwMode="auto">
          <a:xfrm>
            <a:off x="7133166" y="4955495"/>
            <a:ext cx="222253" cy="815043"/>
            <a:chOff x="2318199" y="3834666"/>
            <a:chExt cx="260799" cy="956399"/>
          </a:xfrm>
        </p:grpSpPr>
        <p:sp>
          <p:nvSpPr>
            <p:cNvPr id="1852479065" name="Google Shape;954;p61"/>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32513537" name="Google Shape;955;p61"/>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947772369" name="Google Shape;956;p61"/>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58057883" name="Google Shape;957;p61"/>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43815320" name="Google Shape;958;p61"/>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sp>
        <p:nvSpPr>
          <p:cNvPr id="1816355823" name="Google Shape;959;p61"/>
          <p:cNvSpPr txBox="1"/>
          <p:nvPr/>
        </p:nvSpPr>
        <p:spPr bwMode="auto">
          <a:xfrm>
            <a:off x="7133094" y="5841891"/>
            <a:ext cx="599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c'est</a:t>
            </a:r>
            <a:endParaRPr sz="1000">
              <a:solidFill>
                <a:schemeClr val="dk1"/>
              </a:solidFill>
            </a:endParaRPr>
          </a:p>
        </p:txBody>
      </p:sp>
      <p:cxnSp>
        <p:nvCxnSpPr>
          <p:cNvPr id="221590910" name="Google Shape;960;p61"/>
          <p:cNvCxnSpPr>
            <a:stCxn id="458251190" idx="6"/>
            <a:endCxn id="538101174" idx="2"/>
          </p:cNvCxnSpPr>
          <p:nvPr/>
        </p:nvCxnSpPr>
        <p:spPr bwMode="auto">
          <a:xfrm>
            <a:off x="6667686" y="4292001"/>
            <a:ext cx="477599" cy="0"/>
          </a:xfrm>
          <a:prstGeom prst="straightConnector1">
            <a:avLst/>
          </a:prstGeom>
          <a:noFill/>
          <a:ln w="8125" cap="flat" cmpd="sng">
            <a:solidFill>
              <a:schemeClr val="dk2"/>
            </a:solidFill>
            <a:prstDash val="solid"/>
            <a:round/>
            <a:headEnd type="none" w="med" len="med"/>
            <a:tailEnd type="triangle" w="med" len="med"/>
          </a:ln>
        </p:spPr>
      </p:cxnSp>
      <p:cxnSp>
        <p:nvCxnSpPr>
          <p:cNvPr id="1812399004" name="Google Shape;961;p61"/>
          <p:cNvCxnSpPr>
            <a:stCxn id="132513537" idx="0"/>
            <a:endCxn id="1824376042" idx="4"/>
          </p:cNvCxnSpPr>
          <p:nvPr/>
        </p:nvCxnSpPr>
        <p:spPr bwMode="auto">
          <a:xfrm rot="10800000">
            <a:off x="7244293" y="4802295"/>
            <a:ext cx="0" cy="153199"/>
          </a:xfrm>
          <a:prstGeom prst="straightConnector1">
            <a:avLst/>
          </a:prstGeom>
          <a:noFill/>
          <a:ln w="8125" cap="flat" cmpd="sng">
            <a:solidFill>
              <a:schemeClr val="dk2"/>
            </a:solidFill>
            <a:prstDash val="solid"/>
            <a:round/>
            <a:headEnd type="none" w="med" len="med"/>
            <a:tailEnd type="triangle" w="med" len="med"/>
          </a:ln>
        </p:spPr>
      </p:cxnSp>
      <p:cxnSp>
        <p:nvCxnSpPr>
          <p:cNvPr id="394299839" name="Google Shape;962;p61"/>
          <p:cNvCxnSpPr>
            <a:stCxn id="48816982" idx="0"/>
            <a:endCxn id="1816355823" idx="2"/>
          </p:cNvCxnSpPr>
          <p:nvPr/>
        </p:nvCxnSpPr>
        <p:spPr bwMode="auto">
          <a:xfrm rot="-5400000" flipH="1">
            <a:off x="5679986" y="4508845"/>
            <a:ext cx="2715598" cy="789999"/>
          </a:xfrm>
          <a:prstGeom prst="curvedConnector5">
            <a:avLst>
              <a:gd name="adj1" fmla="val -9964"/>
              <a:gd name="adj2" fmla="val 49998"/>
              <a:gd name="adj3" fmla="val 109967"/>
            </a:avLst>
          </a:prstGeom>
          <a:noFill/>
          <a:ln w="8125" cap="flat" cmpd="sng">
            <a:solidFill>
              <a:schemeClr val="dk2"/>
            </a:solidFill>
            <a:prstDash val="dash"/>
            <a:round/>
            <a:headEnd type="none" w="med" len="med"/>
            <a:tailEnd type="stealth" w="med" len="med"/>
          </a:ln>
        </p:spPr>
      </p:cxnSp>
      <p:sp>
        <p:nvSpPr>
          <p:cNvPr id="499352530" name="Google Shape;963;p61"/>
          <p:cNvSpPr/>
          <p:nvPr/>
        </p:nvSpPr>
        <p:spPr bwMode="auto">
          <a:xfrm>
            <a:off x="2854199" y="4324233"/>
            <a:ext cx="1928798" cy="2036798"/>
          </a:xfrm>
          <a:prstGeom prst="roundRect">
            <a:avLst>
              <a:gd name="adj" fmla="val 16667"/>
            </a:avLst>
          </a:prstGeom>
          <a:solidFill>
            <a:srgbClr val="C9DAF8"/>
          </a:solidFill>
          <a:ln w="8125" cap="flat" cmpd="sng">
            <a:solidFill>
              <a:schemeClr val="dk2"/>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r>
              <a:rPr lang="en" sz="1200"/>
              <a:t>Encode the source text</a:t>
            </a:r>
            <a:endParaRPr sz="1200"/>
          </a:p>
        </p:txBody>
      </p:sp>
      <p:sp>
        <p:nvSpPr>
          <p:cNvPr id="2056180896" name="Google Shape;964;p61"/>
          <p:cNvSpPr/>
          <p:nvPr/>
        </p:nvSpPr>
        <p:spPr bwMode="auto">
          <a:xfrm>
            <a:off x="5632073" y="3928558"/>
            <a:ext cx="1871199" cy="1986399"/>
          </a:xfrm>
          <a:prstGeom prst="roundRect">
            <a:avLst>
              <a:gd name="adj" fmla="val 16667"/>
            </a:avLst>
          </a:prstGeom>
          <a:solidFill>
            <a:srgbClr val="D9EAD3"/>
          </a:solidFill>
          <a:ln w="8125" cap="flat" cmpd="sng">
            <a:solidFill>
              <a:schemeClr val="dk2"/>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r>
              <a:rPr lang="en" sz="1100"/>
              <a:t>Decode the target text based on the context vector using a language model for target language</a:t>
            </a:r>
            <a:endParaRPr sz="1100"/>
          </a:p>
        </p:txBody>
      </p:sp>
      <p:sp>
        <p:nvSpPr>
          <p:cNvPr id="860323010" name="Google Shape;965;p61"/>
          <p:cNvSpPr txBox="1"/>
          <p:nvPr/>
        </p:nvSpPr>
        <p:spPr bwMode="auto">
          <a:xfrm>
            <a:off x="8532833" y="3727899"/>
            <a:ext cx="3492000" cy="2113999"/>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457200" lvl="0" indent="-311149" algn="l" rtl="0">
              <a:spcBef>
                <a:spcPts val="0"/>
              </a:spcBef>
              <a:spcAft>
                <a:spcPts val="0"/>
              </a:spcAft>
              <a:buClr>
                <a:schemeClr val="dk1"/>
              </a:buClr>
              <a:buSzPts val="1300"/>
              <a:buAutoNum type="arabicPeriod"/>
              <a:defRPr/>
            </a:pPr>
            <a:r>
              <a:rPr lang="en" sz="1300">
                <a:solidFill>
                  <a:schemeClr val="dk1"/>
                </a:solidFill>
              </a:rPr>
              <a:t>text to speech</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speech to text</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machine translation</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summarization</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dialogue system / chatbot</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image generation</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video generation</a:t>
            </a:r>
            <a:endParaRPr sz="1300">
              <a:solidFill>
                <a:schemeClr val="dk1"/>
              </a:solidFill>
            </a:endParaRPr>
          </a:p>
        </p:txBody>
      </p:sp>
      <p:sp>
        <p:nvSpPr>
          <p:cNvPr id="1323465442" name="Google Shape;966;p61"/>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D6CF0160-B270-7987-5292-6E0F23A02B08}" type="slidenum">
              <a:rPr lang="en"/>
              <a:t>10</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6613519" name="Google Shape;971;p62"/>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Encoder-decoder framework</a:t>
            </a:r>
            <a:endParaRPr/>
          </a:p>
        </p:txBody>
      </p:sp>
      <p:pic>
        <p:nvPicPr>
          <p:cNvPr id="1085155646" name="Google Shape;972;p62"/>
          <p:cNvPicPr/>
          <p:nvPr/>
        </p:nvPicPr>
        <p:blipFill rotWithShape="1">
          <a:blip r:embed="rId3">
            <a:alphaModFix/>
          </a:blip>
          <a:stretch/>
        </p:blipFill>
        <p:spPr bwMode="auto">
          <a:xfrm>
            <a:off x="2171933" y="1518882"/>
            <a:ext cx="6895800" cy="4713166"/>
          </a:xfrm>
          <a:prstGeom prst="rect">
            <a:avLst/>
          </a:prstGeom>
          <a:noFill/>
          <a:ln>
            <a:noFill/>
          </a:ln>
        </p:spPr>
      </p:pic>
      <p:sp>
        <p:nvSpPr>
          <p:cNvPr id="1797604503" name="Google Shape;973;p62"/>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B7CA89ED-CA7F-32B8-CA8B-C71513ADA246}" type="slidenum">
              <a:rPr lang="en"/>
              <a:t>11</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Encoder-Decoder, Formally</a:t>
            </a:r>
          </a:p>
        </p:txBody>
      </p:sp>
      <p:sp>
        <p:nvSpPr>
          <p:cNvPr id="3" name="Text Placeholder 2"/>
          <p:cNvSpPr>
            <a:spLocks noGrp="1"/>
          </p:cNvSpPr>
          <p:nvPr>
            <p:ph type="body" idx="1"/>
          </p:nvPr>
        </p:nvSpPr>
        <p:spPr/>
        <p:txBody>
          <a:bodyPr/>
          <a:lstStyle/>
          <a:p>
            <a:pPr/>
            <a:r>
              <a:t>Encoder: a bidirectional RNN reads x1, x2, ..., xn and produces hidden states h1, h2, ..., hn</a:t>
            </a:r>
          </a:p>
          <a:p>
            <a:pPr/>
            <a:r>
              <a:t>The encoder’s final hidden state hn is passed to the decoder as its initial state</a:t>
            </a:r>
          </a:p>
          <a:p>
            <a:pPr/>
            <a:r>
              <a:t>Decoder: a unidirectional RNN generates y1, y2, ..., ym one step at a time, conditioning on its current state and the previous output token</a:t>
            </a:r>
          </a:p>
          <a:p>
            <a:pPr/>
            <a:r>
              <a:t>Teacher forcing during training: feed the true target token at each decoder step instead of the model’s own previous output — speeds convergence, but can cause exposure bias at inference time</a:t>
            </a:r>
          </a:p>
          <a:p>
            <a:pPr/>
            <a:r>
              <a:t>Anchor moment: draw this with a 4-word source and a 3-word target. Where is the bottleneck? The single vector hn that must carry all source information into the decoder.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5952378" name="Google Shape;978;p63"/>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The information bottleneck</a:t>
            </a:r>
            <a:endParaRPr/>
          </a:p>
        </p:txBody>
      </p:sp>
      <p:pic>
        <p:nvPicPr>
          <p:cNvPr id="134532536" name="Google Shape;979;p63"/>
          <p:cNvPicPr/>
          <p:nvPr/>
        </p:nvPicPr>
        <p:blipFill rotWithShape="1">
          <a:blip r:embed="rId3">
            <a:alphaModFix/>
          </a:blip>
          <a:stretch/>
        </p:blipFill>
        <p:spPr bwMode="auto">
          <a:xfrm>
            <a:off x="1412233" y="1517266"/>
            <a:ext cx="7921999" cy="1698532"/>
          </a:xfrm>
          <a:prstGeom prst="rect">
            <a:avLst/>
          </a:prstGeom>
          <a:noFill/>
          <a:ln>
            <a:noFill/>
          </a:ln>
        </p:spPr>
      </p:pic>
      <p:grpSp>
        <p:nvGrpSpPr>
          <p:cNvPr id="1519981345" name="Google Shape;980;p63"/>
          <p:cNvGrpSpPr/>
          <p:nvPr/>
        </p:nvGrpSpPr>
        <p:grpSpPr bwMode="auto">
          <a:xfrm>
            <a:off x="3089551" y="5480435"/>
            <a:ext cx="222253" cy="815043"/>
            <a:chOff x="2318199" y="3834666"/>
            <a:chExt cx="260799" cy="956399"/>
          </a:xfrm>
        </p:grpSpPr>
        <p:sp>
          <p:nvSpPr>
            <p:cNvPr id="1504707360" name="Google Shape;981;p63"/>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374477012" name="Google Shape;982;p63"/>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84478072" name="Google Shape;983;p63"/>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972699726" name="Google Shape;984;p63"/>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422171981" name="Google Shape;985;p63"/>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1662014553" name="Google Shape;986;p63"/>
          <p:cNvGrpSpPr/>
          <p:nvPr/>
        </p:nvGrpSpPr>
        <p:grpSpPr bwMode="auto">
          <a:xfrm>
            <a:off x="3715431" y="5480435"/>
            <a:ext cx="222253" cy="815043"/>
            <a:chOff x="2318199" y="3834666"/>
            <a:chExt cx="260799" cy="956399"/>
          </a:xfrm>
        </p:grpSpPr>
        <p:sp>
          <p:nvSpPr>
            <p:cNvPr id="1180693425" name="Google Shape;987;p63"/>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510819540" name="Google Shape;988;p63"/>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979253338" name="Google Shape;989;p63"/>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017588940" name="Google Shape;990;p63"/>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435314917" name="Google Shape;991;p63"/>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773895492" name="Google Shape;992;p63"/>
          <p:cNvGrpSpPr/>
          <p:nvPr/>
        </p:nvGrpSpPr>
        <p:grpSpPr bwMode="auto">
          <a:xfrm>
            <a:off x="4341312" y="5480435"/>
            <a:ext cx="222253" cy="815043"/>
            <a:chOff x="2318199" y="3834666"/>
            <a:chExt cx="260799" cy="956399"/>
          </a:xfrm>
        </p:grpSpPr>
        <p:sp>
          <p:nvSpPr>
            <p:cNvPr id="1888291475" name="Google Shape;993;p63"/>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880255996" name="Google Shape;994;p63"/>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806550288" name="Google Shape;995;p63"/>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982271175" name="Google Shape;996;p63"/>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688437658" name="Google Shape;997;p63"/>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sp>
        <p:nvSpPr>
          <p:cNvPr id="780489401" name="Google Shape;998;p63"/>
          <p:cNvSpPr txBox="1"/>
          <p:nvPr/>
        </p:nvSpPr>
        <p:spPr bwMode="auto">
          <a:xfrm>
            <a:off x="2859009" y="6361122"/>
            <a:ext cx="773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Today</a:t>
            </a:r>
            <a:endParaRPr sz="1000">
              <a:solidFill>
                <a:schemeClr val="dk1"/>
              </a:solidFill>
            </a:endParaRPr>
          </a:p>
        </p:txBody>
      </p:sp>
      <p:sp>
        <p:nvSpPr>
          <p:cNvPr id="782488176" name="Google Shape;999;p63"/>
          <p:cNvSpPr txBox="1"/>
          <p:nvPr/>
        </p:nvSpPr>
        <p:spPr bwMode="auto">
          <a:xfrm>
            <a:off x="3673945" y="6361122"/>
            <a:ext cx="485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is</a:t>
            </a:r>
            <a:endParaRPr sz="1000">
              <a:solidFill>
                <a:schemeClr val="dk1"/>
              </a:solidFill>
            </a:endParaRPr>
          </a:p>
        </p:txBody>
      </p:sp>
      <p:sp>
        <p:nvSpPr>
          <p:cNvPr id="1592190466" name="Google Shape;1000;p63"/>
          <p:cNvSpPr txBox="1"/>
          <p:nvPr/>
        </p:nvSpPr>
        <p:spPr bwMode="auto">
          <a:xfrm>
            <a:off x="4044442" y="6361122"/>
            <a:ext cx="1012397"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Thursday</a:t>
            </a:r>
            <a:endParaRPr sz="1000">
              <a:solidFill>
                <a:schemeClr val="dk1"/>
              </a:solidFill>
            </a:endParaRPr>
          </a:p>
        </p:txBody>
      </p:sp>
      <p:grpSp>
        <p:nvGrpSpPr>
          <p:cNvPr id="345355636" name="Google Shape;1001;p63"/>
          <p:cNvGrpSpPr/>
          <p:nvPr/>
        </p:nvGrpSpPr>
        <p:grpSpPr bwMode="auto">
          <a:xfrm>
            <a:off x="3089566" y="4492963"/>
            <a:ext cx="222253" cy="815043"/>
            <a:chOff x="2318199" y="3834666"/>
            <a:chExt cx="260799" cy="956399"/>
          </a:xfrm>
        </p:grpSpPr>
        <p:sp>
          <p:nvSpPr>
            <p:cNvPr id="189214234" name="Google Shape;1002;p63"/>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787411771" name="Google Shape;1003;p63"/>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68548752" name="Google Shape;1004;p63"/>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702984624" name="Google Shape;1005;p63"/>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709599816" name="Google Shape;1006;p63"/>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181250342" name="Google Shape;1007;p63"/>
          <p:cNvGrpSpPr/>
          <p:nvPr/>
        </p:nvGrpSpPr>
        <p:grpSpPr bwMode="auto">
          <a:xfrm>
            <a:off x="3715446" y="4492963"/>
            <a:ext cx="222253" cy="815043"/>
            <a:chOff x="2318199" y="3834666"/>
            <a:chExt cx="260799" cy="956399"/>
          </a:xfrm>
        </p:grpSpPr>
        <p:sp>
          <p:nvSpPr>
            <p:cNvPr id="1889501661" name="Google Shape;1008;p63"/>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32472792" name="Google Shape;1009;p63"/>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177021269" name="Google Shape;1010;p63"/>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217014092" name="Google Shape;1011;p63"/>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063534817" name="Google Shape;1012;p63"/>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316007970" name="Google Shape;1013;p63"/>
          <p:cNvGrpSpPr/>
          <p:nvPr/>
        </p:nvGrpSpPr>
        <p:grpSpPr bwMode="auto">
          <a:xfrm>
            <a:off x="4341326" y="4492963"/>
            <a:ext cx="222253" cy="815043"/>
            <a:chOff x="2318199" y="3834666"/>
            <a:chExt cx="260799" cy="956399"/>
          </a:xfrm>
        </p:grpSpPr>
        <p:sp>
          <p:nvSpPr>
            <p:cNvPr id="647002080" name="Google Shape;1014;p63"/>
            <p:cNvSpPr/>
            <p:nvPr/>
          </p:nvSpPr>
          <p:spPr bwMode="auto">
            <a:xfrm>
              <a:off x="2318199" y="3834666"/>
              <a:ext cx="260799" cy="956399"/>
            </a:xfrm>
            <a:prstGeom prst="roundRect">
              <a:avLst>
                <a:gd name="adj" fmla="val 16667"/>
              </a:avLst>
            </a:prstGeom>
            <a:solidFill>
              <a:schemeClr val="lt2"/>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966163641" name="Google Shape;1015;p63"/>
            <p:cNvSpPr/>
            <p:nvPr/>
          </p:nvSpPr>
          <p:spPr bwMode="auto">
            <a:xfrm>
              <a:off x="2332599" y="38346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278081675" name="Google Shape;1016;p63"/>
            <p:cNvSpPr/>
            <p:nvPr/>
          </p:nvSpPr>
          <p:spPr bwMode="auto">
            <a:xfrm>
              <a:off x="2332599" y="4076133"/>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932082768" name="Google Shape;1017;p63"/>
            <p:cNvSpPr/>
            <p:nvPr/>
          </p:nvSpPr>
          <p:spPr bwMode="auto">
            <a:xfrm>
              <a:off x="2332599" y="4317599"/>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761809808" name="Google Shape;1018;p63"/>
            <p:cNvSpPr/>
            <p:nvPr/>
          </p:nvSpPr>
          <p:spPr bwMode="auto">
            <a:xfrm>
              <a:off x="2332599" y="4559066"/>
              <a:ext cx="231998" cy="231998"/>
            </a:xfrm>
            <a:prstGeom prst="ellipse">
              <a:avLst/>
            </a:prstGeom>
            <a:solidFill>
              <a:srgbClr val="C9DAF8"/>
            </a:solidFill>
            <a:ln w="8125" cap="flat" cmpd="sng">
              <a:solidFill>
                <a:srgbClr val="0000F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cxnSp>
        <p:nvCxnSpPr>
          <p:cNvPr id="1020575654" name="Google Shape;1019;p63"/>
          <p:cNvCxnSpPr>
            <a:stCxn id="1374477012" idx="0"/>
            <a:endCxn id="1709599816" idx="4"/>
          </p:cNvCxnSpPr>
          <p:nvPr/>
        </p:nvCxnSpPr>
        <p:spPr bwMode="auto">
          <a:xfrm rot="10800000">
            <a:off x="3200678" y="5308035"/>
            <a:ext cx="0" cy="172399"/>
          </a:xfrm>
          <a:prstGeom prst="straightConnector1">
            <a:avLst/>
          </a:prstGeom>
          <a:noFill/>
          <a:ln w="8125" cap="flat" cmpd="sng">
            <a:solidFill>
              <a:schemeClr val="dk2"/>
            </a:solidFill>
            <a:prstDash val="solid"/>
            <a:round/>
            <a:headEnd type="none" w="med" len="med"/>
            <a:tailEnd type="triangle" w="med" len="med"/>
          </a:ln>
        </p:spPr>
      </p:cxnSp>
      <p:cxnSp>
        <p:nvCxnSpPr>
          <p:cNvPr id="1598863591" name="Google Shape;1020;p63"/>
          <p:cNvCxnSpPr>
            <a:stCxn id="1510819540" idx="0"/>
            <a:endCxn id="1063534817" idx="4"/>
          </p:cNvCxnSpPr>
          <p:nvPr/>
        </p:nvCxnSpPr>
        <p:spPr bwMode="auto">
          <a:xfrm rot="10800000">
            <a:off x="3826558" y="5308035"/>
            <a:ext cx="0" cy="172399"/>
          </a:xfrm>
          <a:prstGeom prst="straightConnector1">
            <a:avLst/>
          </a:prstGeom>
          <a:noFill/>
          <a:ln w="8125" cap="flat" cmpd="sng">
            <a:solidFill>
              <a:schemeClr val="dk2"/>
            </a:solidFill>
            <a:prstDash val="solid"/>
            <a:round/>
            <a:headEnd type="none" w="med" len="med"/>
            <a:tailEnd type="triangle" w="med" len="med"/>
          </a:ln>
        </p:spPr>
      </p:cxnSp>
      <p:cxnSp>
        <p:nvCxnSpPr>
          <p:cNvPr id="1903314392" name="Google Shape;1021;p63"/>
          <p:cNvCxnSpPr>
            <a:stCxn id="880255996" idx="0"/>
            <a:endCxn id="1761809808" idx="4"/>
          </p:cNvCxnSpPr>
          <p:nvPr/>
        </p:nvCxnSpPr>
        <p:spPr bwMode="auto">
          <a:xfrm rot="10800000">
            <a:off x="4452439" y="5308035"/>
            <a:ext cx="0" cy="172399"/>
          </a:xfrm>
          <a:prstGeom prst="straightConnector1">
            <a:avLst/>
          </a:prstGeom>
          <a:noFill/>
          <a:ln w="8125" cap="flat" cmpd="sng">
            <a:solidFill>
              <a:schemeClr val="dk2"/>
            </a:solidFill>
            <a:prstDash val="solid"/>
            <a:round/>
            <a:headEnd type="none" w="med" len="med"/>
            <a:tailEnd type="triangle" w="med" len="med"/>
          </a:ln>
        </p:spPr>
      </p:cxnSp>
      <p:cxnSp>
        <p:nvCxnSpPr>
          <p:cNvPr id="852944547" name="Google Shape;1022;p63"/>
          <p:cNvCxnSpPr>
            <a:stCxn id="1702984624" idx="6"/>
            <a:endCxn id="1217014092" idx="2"/>
          </p:cNvCxnSpPr>
          <p:nvPr/>
        </p:nvCxnSpPr>
        <p:spPr bwMode="auto">
          <a:xfrm>
            <a:off x="3299547" y="5003374"/>
            <a:ext cx="427999" cy="0"/>
          </a:xfrm>
          <a:prstGeom prst="straightConnector1">
            <a:avLst/>
          </a:prstGeom>
          <a:noFill/>
          <a:ln w="8125" cap="flat" cmpd="sng">
            <a:solidFill>
              <a:schemeClr val="dk2"/>
            </a:solidFill>
            <a:prstDash val="solid"/>
            <a:round/>
            <a:headEnd type="none" w="med" len="med"/>
            <a:tailEnd type="triangle" w="med" len="med"/>
          </a:ln>
        </p:spPr>
      </p:cxnSp>
      <p:cxnSp>
        <p:nvCxnSpPr>
          <p:cNvPr id="957837058" name="Google Shape;1023;p63"/>
          <p:cNvCxnSpPr>
            <a:stCxn id="1217014092" idx="6"/>
            <a:endCxn id="1932082768" idx="2"/>
          </p:cNvCxnSpPr>
          <p:nvPr/>
        </p:nvCxnSpPr>
        <p:spPr bwMode="auto">
          <a:xfrm>
            <a:off x="3925427" y="5003374"/>
            <a:ext cx="427999" cy="0"/>
          </a:xfrm>
          <a:prstGeom prst="straightConnector1">
            <a:avLst/>
          </a:prstGeom>
          <a:noFill/>
          <a:ln w="8125" cap="flat" cmpd="sng">
            <a:solidFill>
              <a:schemeClr val="dk2"/>
            </a:solidFill>
            <a:prstDash val="solid"/>
            <a:round/>
            <a:headEnd type="none" w="med" len="med"/>
            <a:tailEnd type="triangle" w="med" len="med"/>
          </a:ln>
        </p:spPr>
      </p:cxnSp>
      <p:grpSp>
        <p:nvGrpSpPr>
          <p:cNvPr id="1605235434" name="Google Shape;1024;p63"/>
          <p:cNvGrpSpPr/>
          <p:nvPr/>
        </p:nvGrpSpPr>
        <p:grpSpPr bwMode="auto">
          <a:xfrm>
            <a:off x="5090673" y="4262307"/>
            <a:ext cx="222253" cy="815043"/>
            <a:chOff x="2318199" y="3834666"/>
            <a:chExt cx="260799" cy="956399"/>
          </a:xfrm>
        </p:grpSpPr>
        <p:sp>
          <p:nvSpPr>
            <p:cNvPr id="1965779470" name="Google Shape;1025;p63"/>
            <p:cNvSpPr/>
            <p:nvPr/>
          </p:nvSpPr>
          <p:spPr bwMode="auto">
            <a:xfrm>
              <a:off x="2318199" y="3834666"/>
              <a:ext cx="260799" cy="956399"/>
            </a:xfrm>
            <a:prstGeom prst="roundRect">
              <a:avLst>
                <a:gd name="adj" fmla="val 16667"/>
              </a:avLst>
            </a:prstGeom>
            <a:solidFill>
              <a:schemeClr val="lt2"/>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838668378" name="Google Shape;1026;p63"/>
            <p:cNvSpPr/>
            <p:nvPr/>
          </p:nvSpPr>
          <p:spPr bwMode="auto">
            <a:xfrm>
              <a:off x="2332599" y="3834666"/>
              <a:ext cx="231998" cy="231998"/>
            </a:xfrm>
            <a:prstGeom prst="ellipse">
              <a:avLst/>
            </a:prstGeom>
            <a:solidFill>
              <a:srgbClr val="F4CCCC"/>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22525516" name="Google Shape;1027;p63"/>
            <p:cNvSpPr/>
            <p:nvPr/>
          </p:nvSpPr>
          <p:spPr bwMode="auto">
            <a:xfrm>
              <a:off x="2332599" y="4076133"/>
              <a:ext cx="231998" cy="231998"/>
            </a:xfrm>
            <a:prstGeom prst="ellipse">
              <a:avLst/>
            </a:prstGeom>
            <a:solidFill>
              <a:srgbClr val="F4CCCC"/>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680702167" name="Google Shape;1028;p63"/>
            <p:cNvSpPr/>
            <p:nvPr/>
          </p:nvSpPr>
          <p:spPr bwMode="auto">
            <a:xfrm>
              <a:off x="2332599" y="4317599"/>
              <a:ext cx="231998" cy="231998"/>
            </a:xfrm>
            <a:prstGeom prst="ellipse">
              <a:avLst/>
            </a:prstGeom>
            <a:solidFill>
              <a:srgbClr val="F4CCCC"/>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689970515" name="Google Shape;1029;p63"/>
            <p:cNvSpPr/>
            <p:nvPr/>
          </p:nvSpPr>
          <p:spPr bwMode="auto">
            <a:xfrm>
              <a:off x="2332599" y="4559066"/>
              <a:ext cx="231998" cy="231998"/>
            </a:xfrm>
            <a:prstGeom prst="ellipse">
              <a:avLst/>
            </a:prstGeom>
            <a:solidFill>
              <a:srgbClr val="F4CCCC"/>
            </a:solidFill>
            <a:ln w="8125" cap="flat" cmpd="sng">
              <a:solidFill>
                <a:srgbClr val="FF0000"/>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cxnSp>
        <p:nvCxnSpPr>
          <p:cNvPr id="130812743" name="Google Shape;1030;p63"/>
          <p:cNvCxnSpPr>
            <a:stCxn id="1932082768" idx="6"/>
            <a:endCxn id="680702167" idx="2"/>
          </p:cNvCxnSpPr>
          <p:nvPr/>
        </p:nvCxnSpPr>
        <p:spPr bwMode="auto">
          <a:xfrm rot="10800000" flipH="1">
            <a:off x="4551309" y="4772573"/>
            <a:ext cx="551599" cy="230799"/>
          </a:xfrm>
          <a:prstGeom prst="straightConnector1">
            <a:avLst/>
          </a:prstGeom>
          <a:noFill/>
          <a:ln w="8125" cap="flat" cmpd="sng">
            <a:solidFill>
              <a:schemeClr val="dk2"/>
            </a:solidFill>
            <a:prstDash val="solid"/>
            <a:round/>
            <a:headEnd type="none" w="med" len="med"/>
            <a:tailEnd type="triangle" w="med" len="med"/>
          </a:ln>
        </p:spPr>
      </p:cxnSp>
      <p:grpSp>
        <p:nvGrpSpPr>
          <p:cNvPr id="251803238" name="Google Shape;1031;p63"/>
          <p:cNvGrpSpPr/>
          <p:nvPr/>
        </p:nvGrpSpPr>
        <p:grpSpPr bwMode="auto">
          <a:xfrm>
            <a:off x="5782241" y="3987367"/>
            <a:ext cx="222253" cy="815043"/>
            <a:chOff x="2318199" y="3834666"/>
            <a:chExt cx="260799" cy="956399"/>
          </a:xfrm>
        </p:grpSpPr>
        <p:sp>
          <p:nvSpPr>
            <p:cNvPr id="591660970" name="Google Shape;1032;p63"/>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731450996" name="Google Shape;1033;p63"/>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722196258" name="Google Shape;1034;p63"/>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981980695" name="Google Shape;1035;p63"/>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753512584" name="Google Shape;1036;p63"/>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sp>
        <p:nvSpPr>
          <p:cNvPr id="223226519" name="Google Shape;1037;p63"/>
          <p:cNvSpPr txBox="1"/>
          <p:nvPr/>
        </p:nvSpPr>
        <p:spPr bwMode="auto">
          <a:xfrm>
            <a:off x="5355087" y="3546045"/>
            <a:ext cx="1076400"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aujourd'hui</a:t>
            </a:r>
            <a:endParaRPr sz="1000">
              <a:solidFill>
                <a:schemeClr val="dk1"/>
              </a:solidFill>
            </a:endParaRPr>
          </a:p>
        </p:txBody>
      </p:sp>
      <p:sp>
        <p:nvSpPr>
          <p:cNvPr id="1495094771" name="Google Shape;1038;p63"/>
          <p:cNvSpPr txBox="1"/>
          <p:nvPr/>
        </p:nvSpPr>
        <p:spPr bwMode="auto">
          <a:xfrm>
            <a:off x="6342986" y="3546045"/>
            <a:ext cx="599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c'est</a:t>
            </a:r>
            <a:endParaRPr sz="1000">
              <a:solidFill>
                <a:schemeClr val="dk1"/>
              </a:solidFill>
            </a:endParaRPr>
          </a:p>
        </p:txBody>
      </p:sp>
      <p:grpSp>
        <p:nvGrpSpPr>
          <p:cNvPr id="623283555" name="Google Shape;1039;p63"/>
          <p:cNvGrpSpPr/>
          <p:nvPr/>
        </p:nvGrpSpPr>
        <p:grpSpPr bwMode="auto">
          <a:xfrm>
            <a:off x="6457703" y="3987367"/>
            <a:ext cx="222253" cy="815043"/>
            <a:chOff x="2318199" y="3834666"/>
            <a:chExt cx="260799" cy="956399"/>
          </a:xfrm>
        </p:grpSpPr>
        <p:sp>
          <p:nvSpPr>
            <p:cNvPr id="389923573" name="Google Shape;1040;p63"/>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942232518" name="Google Shape;1041;p63"/>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702694553" name="Google Shape;1042;p63"/>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995881808" name="Google Shape;1043;p63"/>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67998635" name="Google Shape;1044;p63"/>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cxnSp>
        <p:nvCxnSpPr>
          <p:cNvPr id="1740940987" name="Google Shape;1045;p63"/>
          <p:cNvCxnSpPr>
            <a:stCxn id="122525516" idx="6"/>
            <a:endCxn id="722196258" idx="2"/>
          </p:cNvCxnSpPr>
          <p:nvPr/>
        </p:nvCxnSpPr>
        <p:spPr bwMode="auto">
          <a:xfrm rot="10800000" flipH="1">
            <a:off x="5300653" y="4292141"/>
            <a:ext cx="493999" cy="274799"/>
          </a:xfrm>
          <a:prstGeom prst="straightConnector1">
            <a:avLst/>
          </a:prstGeom>
          <a:noFill/>
          <a:ln w="8125" cap="flat" cmpd="sng">
            <a:solidFill>
              <a:schemeClr val="dk2"/>
            </a:solidFill>
            <a:prstDash val="solid"/>
            <a:round/>
            <a:headEnd type="none" w="med" len="med"/>
            <a:tailEnd type="triangle" w="med" len="med"/>
          </a:ln>
        </p:spPr>
      </p:cxnSp>
      <p:cxnSp>
        <p:nvCxnSpPr>
          <p:cNvPr id="212307335" name="Google Shape;1046;p63"/>
          <p:cNvCxnSpPr>
            <a:stCxn id="722196258" idx="6"/>
            <a:endCxn id="702694553" idx="2"/>
          </p:cNvCxnSpPr>
          <p:nvPr/>
        </p:nvCxnSpPr>
        <p:spPr bwMode="auto">
          <a:xfrm>
            <a:off x="5992222" y="4292001"/>
            <a:ext cx="477599" cy="0"/>
          </a:xfrm>
          <a:prstGeom prst="straightConnector1">
            <a:avLst/>
          </a:prstGeom>
          <a:noFill/>
          <a:ln w="8125" cap="flat" cmpd="sng">
            <a:solidFill>
              <a:schemeClr val="dk2"/>
            </a:solidFill>
            <a:prstDash val="solid"/>
            <a:round/>
            <a:headEnd type="none" w="med" len="med"/>
            <a:tailEnd type="triangle" w="med" len="med"/>
          </a:ln>
        </p:spPr>
      </p:cxnSp>
      <p:grpSp>
        <p:nvGrpSpPr>
          <p:cNvPr id="1328577414" name="Google Shape;1047;p63"/>
          <p:cNvGrpSpPr/>
          <p:nvPr/>
        </p:nvGrpSpPr>
        <p:grpSpPr bwMode="auto">
          <a:xfrm>
            <a:off x="5782241" y="4955495"/>
            <a:ext cx="222253" cy="815043"/>
            <a:chOff x="2318199" y="3834666"/>
            <a:chExt cx="260799" cy="956399"/>
          </a:xfrm>
        </p:grpSpPr>
        <p:sp>
          <p:nvSpPr>
            <p:cNvPr id="948069325" name="Google Shape;1048;p63"/>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74624235" name="Google Shape;1049;p63"/>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73333367" name="Google Shape;1050;p63"/>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873218517" name="Google Shape;1051;p63"/>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715889609" name="Google Shape;1052;p63"/>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1925257490" name="Google Shape;1053;p63"/>
          <p:cNvGrpSpPr/>
          <p:nvPr/>
        </p:nvGrpSpPr>
        <p:grpSpPr bwMode="auto">
          <a:xfrm>
            <a:off x="6457703" y="4955495"/>
            <a:ext cx="222253" cy="815043"/>
            <a:chOff x="2318199" y="3834666"/>
            <a:chExt cx="260799" cy="956399"/>
          </a:xfrm>
        </p:grpSpPr>
        <p:sp>
          <p:nvSpPr>
            <p:cNvPr id="1310325725" name="Google Shape;1054;p63"/>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36920360" name="Google Shape;1055;p63"/>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293116508" name="Google Shape;1056;p63"/>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364827516" name="Google Shape;1057;p63"/>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39078591" name="Google Shape;1058;p63"/>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cxnSp>
        <p:nvCxnSpPr>
          <p:cNvPr id="716145422" name="Google Shape;1059;p63"/>
          <p:cNvCxnSpPr>
            <a:stCxn id="74624235" idx="0"/>
            <a:endCxn id="1753512584" idx="4"/>
          </p:cNvCxnSpPr>
          <p:nvPr/>
        </p:nvCxnSpPr>
        <p:spPr bwMode="auto">
          <a:xfrm rot="10800000">
            <a:off x="5893367" y="4802295"/>
            <a:ext cx="0" cy="153199"/>
          </a:xfrm>
          <a:prstGeom prst="straightConnector1">
            <a:avLst/>
          </a:prstGeom>
          <a:noFill/>
          <a:ln w="8125" cap="flat" cmpd="sng">
            <a:solidFill>
              <a:schemeClr val="dk2"/>
            </a:solidFill>
            <a:prstDash val="solid"/>
            <a:round/>
            <a:headEnd type="none" w="med" len="med"/>
            <a:tailEnd type="triangle" w="med" len="med"/>
          </a:ln>
        </p:spPr>
      </p:cxnSp>
      <p:sp>
        <p:nvSpPr>
          <p:cNvPr id="579253065" name="Google Shape;1060;p63"/>
          <p:cNvSpPr txBox="1"/>
          <p:nvPr/>
        </p:nvSpPr>
        <p:spPr bwMode="auto">
          <a:xfrm>
            <a:off x="5506434" y="5841891"/>
            <a:ext cx="773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&lt;start&gt;</a:t>
            </a:r>
            <a:endParaRPr sz="1000">
              <a:solidFill>
                <a:schemeClr val="dk1"/>
              </a:solidFill>
            </a:endParaRPr>
          </a:p>
        </p:txBody>
      </p:sp>
      <p:sp>
        <p:nvSpPr>
          <p:cNvPr id="267453100" name="Google Shape;1061;p63"/>
          <p:cNvSpPr txBox="1"/>
          <p:nvPr/>
        </p:nvSpPr>
        <p:spPr bwMode="auto">
          <a:xfrm>
            <a:off x="6145197" y="5841891"/>
            <a:ext cx="1076400"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aujourd'hui</a:t>
            </a:r>
            <a:endParaRPr sz="1000">
              <a:solidFill>
                <a:schemeClr val="dk1"/>
              </a:solidFill>
            </a:endParaRPr>
          </a:p>
        </p:txBody>
      </p:sp>
      <p:cxnSp>
        <p:nvCxnSpPr>
          <p:cNvPr id="903719518" name="Google Shape;1062;p63"/>
          <p:cNvCxnSpPr>
            <a:stCxn id="36920360" idx="0"/>
            <a:endCxn id="167998635" idx="4"/>
          </p:cNvCxnSpPr>
          <p:nvPr/>
        </p:nvCxnSpPr>
        <p:spPr bwMode="auto">
          <a:xfrm rot="10800000">
            <a:off x="6568830" y="4802295"/>
            <a:ext cx="0" cy="153199"/>
          </a:xfrm>
          <a:prstGeom prst="straightConnector1">
            <a:avLst/>
          </a:prstGeom>
          <a:noFill/>
          <a:ln w="8125" cap="flat" cmpd="sng">
            <a:solidFill>
              <a:schemeClr val="dk2"/>
            </a:solidFill>
            <a:prstDash val="solid"/>
            <a:round/>
            <a:headEnd type="none" w="med" len="med"/>
            <a:tailEnd type="triangle" w="med" len="med"/>
          </a:ln>
        </p:spPr>
      </p:cxnSp>
      <p:cxnSp>
        <p:nvCxnSpPr>
          <p:cNvPr id="1372448069" name="Google Shape;1063;p63"/>
          <p:cNvCxnSpPr>
            <a:stCxn id="223226519" idx="0"/>
            <a:endCxn id="267453100" idx="2"/>
          </p:cNvCxnSpPr>
          <p:nvPr/>
        </p:nvCxnSpPr>
        <p:spPr bwMode="auto">
          <a:xfrm rot="-5400000" flipH="1">
            <a:off x="4930488" y="4508845"/>
            <a:ext cx="2715598" cy="789999"/>
          </a:xfrm>
          <a:prstGeom prst="curvedConnector5">
            <a:avLst>
              <a:gd name="adj1" fmla="val -9964"/>
              <a:gd name="adj2" fmla="val 48656"/>
              <a:gd name="adj3" fmla="val 109967"/>
            </a:avLst>
          </a:prstGeom>
          <a:noFill/>
          <a:ln w="8125" cap="flat" cmpd="sng">
            <a:solidFill>
              <a:schemeClr val="dk2"/>
            </a:solidFill>
            <a:prstDash val="dash"/>
            <a:round/>
            <a:headEnd type="none" w="med" len="med"/>
            <a:tailEnd type="stealth" w="med" len="med"/>
          </a:ln>
        </p:spPr>
      </p:cxnSp>
      <p:sp>
        <p:nvSpPr>
          <p:cNvPr id="704383824" name="Google Shape;1064;p63"/>
          <p:cNvSpPr txBox="1"/>
          <p:nvPr/>
        </p:nvSpPr>
        <p:spPr bwMode="auto">
          <a:xfrm>
            <a:off x="6975982" y="3546045"/>
            <a:ext cx="1012397"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jeudi</a:t>
            </a:r>
            <a:endParaRPr sz="1000">
              <a:solidFill>
                <a:schemeClr val="dk1"/>
              </a:solidFill>
            </a:endParaRPr>
          </a:p>
        </p:txBody>
      </p:sp>
      <p:grpSp>
        <p:nvGrpSpPr>
          <p:cNvPr id="368047422" name="Google Shape;1065;p63"/>
          <p:cNvGrpSpPr/>
          <p:nvPr/>
        </p:nvGrpSpPr>
        <p:grpSpPr bwMode="auto">
          <a:xfrm>
            <a:off x="7133166" y="3987367"/>
            <a:ext cx="222253" cy="815043"/>
            <a:chOff x="2318199" y="3834666"/>
            <a:chExt cx="260799" cy="956399"/>
          </a:xfrm>
        </p:grpSpPr>
        <p:sp>
          <p:nvSpPr>
            <p:cNvPr id="1904977503" name="Google Shape;1066;p63"/>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949045688" name="Google Shape;1067;p63"/>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393027021" name="Google Shape;1068;p63"/>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68546565" name="Google Shape;1069;p63"/>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734379718" name="Google Shape;1070;p63"/>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grpSp>
        <p:nvGrpSpPr>
          <p:cNvPr id="388343523" name="Google Shape;1071;p63"/>
          <p:cNvGrpSpPr/>
          <p:nvPr/>
        </p:nvGrpSpPr>
        <p:grpSpPr bwMode="auto">
          <a:xfrm>
            <a:off x="7133166" y="4955495"/>
            <a:ext cx="222253" cy="815043"/>
            <a:chOff x="2318199" y="3834666"/>
            <a:chExt cx="260799" cy="956399"/>
          </a:xfrm>
        </p:grpSpPr>
        <p:sp>
          <p:nvSpPr>
            <p:cNvPr id="903889711" name="Google Shape;1072;p63"/>
            <p:cNvSpPr/>
            <p:nvPr/>
          </p:nvSpPr>
          <p:spPr bwMode="auto">
            <a:xfrm>
              <a:off x="2318199" y="3834666"/>
              <a:ext cx="260799" cy="956399"/>
            </a:xfrm>
            <a:prstGeom prst="roundRect">
              <a:avLst>
                <a:gd name="adj" fmla="val 16667"/>
              </a:avLst>
            </a:prstGeom>
            <a:solidFill>
              <a:schemeClr val="lt2"/>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074285809" name="Google Shape;1073;p63"/>
            <p:cNvSpPr/>
            <p:nvPr/>
          </p:nvSpPr>
          <p:spPr bwMode="auto">
            <a:xfrm>
              <a:off x="2332599" y="38346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796624506" name="Google Shape;1074;p63"/>
            <p:cNvSpPr/>
            <p:nvPr/>
          </p:nvSpPr>
          <p:spPr bwMode="auto">
            <a:xfrm>
              <a:off x="2332599" y="4076133"/>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1368176997" name="Google Shape;1075;p63"/>
            <p:cNvSpPr/>
            <p:nvPr/>
          </p:nvSpPr>
          <p:spPr bwMode="auto">
            <a:xfrm>
              <a:off x="2332599" y="4317599"/>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sp>
          <p:nvSpPr>
            <p:cNvPr id="615048721" name="Google Shape;1076;p63"/>
            <p:cNvSpPr/>
            <p:nvPr/>
          </p:nvSpPr>
          <p:spPr bwMode="auto">
            <a:xfrm>
              <a:off x="2332599" y="4559066"/>
              <a:ext cx="231998" cy="231998"/>
            </a:xfrm>
            <a:prstGeom prst="ellipse">
              <a:avLst/>
            </a:prstGeom>
            <a:solidFill>
              <a:srgbClr val="D9EAD3"/>
            </a:solidFill>
            <a:ln w="8125" cap="flat" cmpd="sng">
              <a:solidFill>
                <a:srgbClr val="6AA84F"/>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endParaRPr sz="1200"/>
            </a:p>
          </p:txBody>
        </p:sp>
      </p:grpSp>
      <p:sp>
        <p:nvSpPr>
          <p:cNvPr id="1393787042" name="Google Shape;1077;p63"/>
          <p:cNvSpPr txBox="1"/>
          <p:nvPr/>
        </p:nvSpPr>
        <p:spPr bwMode="auto">
          <a:xfrm>
            <a:off x="7133094" y="5841891"/>
            <a:ext cx="599599" cy="419599"/>
          </a:xfrm>
          <a:prstGeom prst="rect">
            <a:avLst/>
          </a:prstGeom>
          <a:noFill/>
          <a:ln>
            <a:noFill/>
          </a:ln>
        </p:spPr>
        <p:txBody>
          <a:bodyPr spcFirstLastPara="1" wrap="square" lIns="77899" tIns="77899" rIns="77899" bIns="77899" anchor="t" anchorCtr="0">
            <a:spAutoFit/>
          </a:bodyPr>
          <a:lstStyle/>
          <a:p>
            <a:pPr marL="0" lvl="0" indent="0" algn="l" rtl="0">
              <a:spcBef>
                <a:spcPts val="0"/>
              </a:spcBef>
              <a:spcAft>
                <a:spcPts val="0"/>
              </a:spcAft>
              <a:buNone/>
              <a:defRPr/>
            </a:pPr>
            <a:r>
              <a:rPr lang="en" sz="1000">
                <a:solidFill>
                  <a:schemeClr val="dk1"/>
                </a:solidFill>
              </a:rPr>
              <a:t>c'est</a:t>
            </a:r>
            <a:endParaRPr sz="1000">
              <a:solidFill>
                <a:schemeClr val="dk1"/>
              </a:solidFill>
            </a:endParaRPr>
          </a:p>
        </p:txBody>
      </p:sp>
      <p:cxnSp>
        <p:nvCxnSpPr>
          <p:cNvPr id="2118068812" name="Google Shape;1078;p63"/>
          <p:cNvCxnSpPr>
            <a:stCxn id="702694553" idx="6"/>
            <a:endCxn id="393027021" idx="2"/>
          </p:cNvCxnSpPr>
          <p:nvPr/>
        </p:nvCxnSpPr>
        <p:spPr bwMode="auto">
          <a:xfrm>
            <a:off x="6667686" y="4292001"/>
            <a:ext cx="477599" cy="0"/>
          </a:xfrm>
          <a:prstGeom prst="straightConnector1">
            <a:avLst/>
          </a:prstGeom>
          <a:noFill/>
          <a:ln w="8125" cap="flat" cmpd="sng">
            <a:solidFill>
              <a:schemeClr val="dk2"/>
            </a:solidFill>
            <a:prstDash val="solid"/>
            <a:round/>
            <a:headEnd type="none" w="med" len="med"/>
            <a:tailEnd type="triangle" w="med" len="med"/>
          </a:ln>
        </p:spPr>
      </p:cxnSp>
      <p:cxnSp>
        <p:nvCxnSpPr>
          <p:cNvPr id="1886321994" name="Google Shape;1079;p63"/>
          <p:cNvCxnSpPr>
            <a:stCxn id="1074285809" idx="0"/>
            <a:endCxn id="734379718" idx="4"/>
          </p:cNvCxnSpPr>
          <p:nvPr/>
        </p:nvCxnSpPr>
        <p:spPr bwMode="auto">
          <a:xfrm rot="10800000">
            <a:off x="7244293" y="4802295"/>
            <a:ext cx="0" cy="153199"/>
          </a:xfrm>
          <a:prstGeom prst="straightConnector1">
            <a:avLst/>
          </a:prstGeom>
          <a:noFill/>
          <a:ln w="8125" cap="flat" cmpd="sng">
            <a:solidFill>
              <a:schemeClr val="dk2"/>
            </a:solidFill>
            <a:prstDash val="solid"/>
            <a:round/>
            <a:headEnd type="none" w="med" len="med"/>
            <a:tailEnd type="triangle" w="med" len="med"/>
          </a:ln>
        </p:spPr>
      </p:cxnSp>
      <p:cxnSp>
        <p:nvCxnSpPr>
          <p:cNvPr id="1659855320" name="Google Shape;1080;p63"/>
          <p:cNvCxnSpPr>
            <a:stCxn id="1495094771" idx="0"/>
            <a:endCxn id="1393787042" idx="2"/>
          </p:cNvCxnSpPr>
          <p:nvPr/>
        </p:nvCxnSpPr>
        <p:spPr bwMode="auto">
          <a:xfrm rot="-5400000" flipH="1">
            <a:off x="5679986" y="4508845"/>
            <a:ext cx="2715598" cy="789999"/>
          </a:xfrm>
          <a:prstGeom prst="curvedConnector5">
            <a:avLst>
              <a:gd name="adj1" fmla="val -9964"/>
              <a:gd name="adj2" fmla="val 49998"/>
              <a:gd name="adj3" fmla="val 109967"/>
            </a:avLst>
          </a:prstGeom>
          <a:noFill/>
          <a:ln w="8125" cap="flat" cmpd="sng">
            <a:solidFill>
              <a:schemeClr val="dk2"/>
            </a:solidFill>
            <a:prstDash val="dash"/>
            <a:round/>
            <a:headEnd type="none" w="med" len="med"/>
            <a:tailEnd type="stealth" w="med" len="med"/>
          </a:ln>
        </p:spPr>
      </p:cxnSp>
      <p:sp>
        <p:nvSpPr>
          <p:cNvPr id="299789327" name="Google Shape;1081;p63"/>
          <p:cNvSpPr/>
          <p:nvPr/>
        </p:nvSpPr>
        <p:spPr bwMode="auto">
          <a:xfrm>
            <a:off x="2854199" y="4324233"/>
            <a:ext cx="1928798" cy="2036798"/>
          </a:xfrm>
          <a:prstGeom prst="roundRect">
            <a:avLst>
              <a:gd name="adj" fmla="val 16667"/>
            </a:avLst>
          </a:prstGeom>
          <a:solidFill>
            <a:srgbClr val="C9DAF8"/>
          </a:solidFill>
          <a:ln w="8125" cap="flat" cmpd="sng">
            <a:solidFill>
              <a:schemeClr val="dk2"/>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r>
              <a:rPr lang="en" sz="1200"/>
              <a:t>Encode the source text</a:t>
            </a:r>
            <a:endParaRPr sz="1200"/>
          </a:p>
        </p:txBody>
      </p:sp>
      <p:sp>
        <p:nvSpPr>
          <p:cNvPr id="1536855971" name="Google Shape;1082;p63"/>
          <p:cNvSpPr/>
          <p:nvPr/>
        </p:nvSpPr>
        <p:spPr bwMode="auto">
          <a:xfrm>
            <a:off x="5632073" y="3928558"/>
            <a:ext cx="1871199" cy="1986399"/>
          </a:xfrm>
          <a:prstGeom prst="roundRect">
            <a:avLst>
              <a:gd name="adj" fmla="val 16667"/>
            </a:avLst>
          </a:prstGeom>
          <a:solidFill>
            <a:srgbClr val="D9EAD3"/>
          </a:solidFill>
          <a:ln w="8125" cap="flat" cmpd="sng">
            <a:solidFill>
              <a:schemeClr val="dk2"/>
            </a:solidFill>
            <a:prstDash val="solid"/>
            <a:round/>
            <a:headEnd type="none" w="sm" len="sm"/>
            <a:tailEnd type="none" w="sm" len="sm"/>
          </a:ln>
        </p:spPr>
        <p:txBody>
          <a:bodyPr spcFirstLastPara="1" wrap="square" lIns="77899" tIns="77899" rIns="77899" bIns="77899" anchor="ctr" anchorCtr="0">
            <a:noAutofit/>
          </a:bodyPr>
          <a:lstStyle/>
          <a:p>
            <a:pPr marL="0" lvl="0" indent="0" algn="ctr" rtl="0">
              <a:spcBef>
                <a:spcPts val="0"/>
              </a:spcBef>
              <a:spcAft>
                <a:spcPts val="0"/>
              </a:spcAft>
              <a:buNone/>
              <a:defRPr/>
            </a:pPr>
            <a:r>
              <a:rPr lang="en" sz="1100"/>
              <a:t>Decode the target text based on the context vector using a language model for target language</a:t>
            </a:r>
            <a:endParaRPr sz="1100"/>
          </a:p>
        </p:txBody>
      </p:sp>
      <p:sp>
        <p:nvSpPr>
          <p:cNvPr id="1778620514" name="Google Shape;1083;p63"/>
          <p:cNvSpPr txBox="1"/>
          <p:nvPr/>
        </p:nvSpPr>
        <p:spPr bwMode="auto">
          <a:xfrm>
            <a:off x="8532833" y="3727899"/>
            <a:ext cx="3492000" cy="2113999"/>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457200" lvl="0" indent="-311149" algn="l" rtl="0">
              <a:spcBef>
                <a:spcPts val="0"/>
              </a:spcBef>
              <a:spcAft>
                <a:spcPts val="0"/>
              </a:spcAft>
              <a:buClr>
                <a:schemeClr val="dk1"/>
              </a:buClr>
              <a:buSzPts val="1300"/>
              <a:buAutoNum type="arabicPeriod"/>
              <a:defRPr/>
            </a:pPr>
            <a:r>
              <a:rPr lang="en" sz="1300">
                <a:solidFill>
                  <a:schemeClr val="dk1"/>
                </a:solidFill>
              </a:rPr>
              <a:t>text to speech</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speech to text</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machine translation</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summarization</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dialogue system / chatbot</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image generation</a:t>
            </a:r>
            <a:endParaRPr sz="1300">
              <a:solidFill>
                <a:schemeClr val="dk1"/>
              </a:solidFill>
            </a:endParaRPr>
          </a:p>
          <a:p>
            <a:pPr marL="457200" lvl="0" indent="-311149" algn="l" rtl="0">
              <a:spcBef>
                <a:spcPts val="0"/>
              </a:spcBef>
              <a:spcAft>
                <a:spcPts val="0"/>
              </a:spcAft>
              <a:buClr>
                <a:schemeClr val="dk1"/>
              </a:buClr>
              <a:buSzPts val="1300"/>
              <a:buAutoNum type="arabicPeriod"/>
              <a:defRPr/>
            </a:pPr>
            <a:r>
              <a:rPr lang="en" sz="1300">
                <a:solidFill>
                  <a:schemeClr val="dk1"/>
                </a:solidFill>
              </a:rPr>
              <a:t>video generation</a:t>
            </a:r>
            <a:endParaRPr sz="1300">
              <a:solidFill>
                <a:schemeClr val="dk1"/>
              </a:solidFill>
            </a:endParaRPr>
          </a:p>
        </p:txBody>
      </p:sp>
      <p:sp>
        <p:nvSpPr>
          <p:cNvPr id="1001613580" name="Google Shape;1084;p63"/>
          <p:cNvSpPr/>
          <p:nvPr/>
        </p:nvSpPr>
        <p:spPr bwMode="auto">
          <a:xfrm>
            <a:off x="4225433" y="2041333"/>
            <a:ext cx="650399" cy="650399"/>
          </a:xfrm>
          <a:prstGeom prst="ellipse">
            <a:avLst/>
          </a:prstGeom>
          <a:noFill/>
          <a:ln w="19050" cap="flat" cmpd="sng">
            <a:solidFill>
              <a:schemeClr val="accent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27283669" name="Google Shape;1085;p63"/>
          <p:cNvSpPr/>
          <p:nvPr/>
        </p:nvSpPr>
        <p:spPr bwMode="auto">
          <a:xfrm>
            <a:off x="4722233" y="4163633"/>
            <a:ext cx="1012397" cy="1012397"/>
          </a:xfrm>
          <a:prstGeom prst="ellipse">
            <a:avLst/>
          </a:prstGeom>
          <a:noFill/>
          <a:ln w="19050" cap="flat" cmpd="sng">
            <a:solidFill>
              <a:schemeClr val="accent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383084820" name="Google Shape;1086;p63"/>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8438E832-ECF4-A160-3562-562C06A429DC}" type="slidenum">
              <a:rPr lang="en"/>
              <a:t>12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Bottleneck Problem</a:t>
            </a:r>
          </a:p>
        </p:txBody>
      </p:sp>
      <p:sp>
        <p:nvSpPr>
          <p:cNvPr id="3" name="Text Placeholder 2"/>
          <p:cNvSpPr>
            <a:spLocks noGrp="1"/>
          </p:cNvSpPr>
          <p:nvPr>
            <p:ph type="body" idx="1"/>
          </p:nvPr>
        </p:nvSpPr>
        <p:spPr/>
        <p:txBody>
          <a:bodyPr/>
          <a:lstStyle/>
          <a:p>
            <a:pPr/>
            <a:r>
              <a:t>The encoder’s final hidden state hn must represent the entire source sentence</a:t>
            </a:r>
          </a:p>
          <a:p>
            <a:pPr lvl="1"/>
            <a:r>
              <a:t>Feasible for short sentences (5–10 words)</a:t>
            </a:r>
          </a:p>
          <a:p>
            <a:pPr lvl="1"/>
            <a:r>
              <a:t>For long sentences (50+ words), early words’ information is largely overwritten by the time the encoder reaches the last word</a:t>
            </a:r>
          </a:p>
          <a:p>
            <a:pPr/>
            <a:r>
              <a:t>A single fixed-size vector cannot compress arbitrarily long sequences without loss</a:t>
            </a:r>
          </a:p>
          <a:p>
            <a:pPr/>
            <a:r>
              <a:t>Empirically: vanilla encoder-decoder BLEU score drops significantly for sentences longer than ~20 words, before attention is added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4709860" name="Google Shape;1091;p64"/>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Attentive seq2seq</a:t>
            </a:r>
            <a:endParaRPr/>
          </a:p>
        </p:txBody>
      </p:sp>
      <p:pic>
        <p:nvPicPr>
          <p:cNvPr id="1173794580" name="Google Shape;1092;p64"/>
          <p:cNvPicPr/>
          <p:nvPr/>
        </p:nvPicPr>
        <p:blipFill rotWithShape="1">
          <a:blip r:embed="rId3">
            <a:alphaModFix/>
          </a:blip>
          <a:stretch/>
        </p:blipFill>
        <p:spPr bwMode="auto">
          <a:xfrm>
            <a:off x="8908397" y="694433"/>
            <a:ext cx="2867999" cy="5397401"/>
          </a:xfrm>
          <a:prstGeom prst="rect">
            <a:avLst/>
          </a:prstGeom>
          <a:noFill/>
          <a:ln>
            <a:noFill/>
          </a:ln>
        </p:spPr>
      </p:pic>
      <p:sp>
        <p:nvSpPr>
          <p:cNvPr id="308414040" name="Google Shape;1093;p64"/>
          <p:cNvSpPr txBox="1"/>
          <p:nvPr/>
        </p:nvSpPr>
        <p:spPr bwMode="auto">
          <a:xfrm>
            <a:off x="5227933" y="6188533"/>
            <a:ext cx="6485599" cy="4719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100" u="sng">
                <a:solidFill>
                  <a:schemeClr val="hlink"/>
                </a:solidFill>
                <a:hlinkClick r:id="rId4" tooltip=""/>
              </a:rPr>
              <a:t>Neural Machine Translation</a:t>
            </a:r>
            <a:r>
              <a:rPr lang="en" sz="1100" u="sng">
                <a:hlinkClick r:id="rId4" tooltip=""/>
              </a:rPr>
              <a:t> </a:t>
            </a:r>
            <a:r>
              <a:rPr lang="en" sz="1100" u="sng">
                <a:solidFill>
                  <a:schemeClr val="hlink"/>
                </a:solidFill>
                <a:hlinkClick r:id="rId4" tooltip=""/>
              </a:rPr>
              <a:t>By Jointly Learning To Align And Translate</a:t>
            </a:r>
            <a:endParaRPr sz="1100" u="sng"/>
          </a:p>
        </p:txBody>
      </p:sp>
      <p:sp>
        <p:nvSpPr>
          <p:cNvPr id="1723446082" name="Google Shape;1094;p64"/>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201E9E7C-CC22-E357-B257-5C745022F259}" type="slidenum">
              <a:rPr lang="en"/>
              <a:t>13</a:t>
            </a:fld>
            <a:endParaRPr/>
          </a:p>
        </p:txBody>
      </p:sp>
      <p:pic>
        <p:nvPicPr>
          <p:cNvPr id="826082933" name="Google Shape;1095;p64"/>
          <p:cNvPicPr/>
          <p:nvPr/>
        </p:nvPicPr>
        <p:blipFill rotWithShape="1">
          <a:blip r:embed="rId5">
            <a:alphaModFix/>
          </a:blip>
          <a:stretch/>
        </p:blipFill>
        <p:spPr bwMode="auto">
          <a:xfrm>
            <a:off x="541333" y="1529379"/>
            <a:ext cx="7808333" cy="3972466"/>
          </a:xfrm>
          <a:prstGeom prst="rect">
            <a:avLst/>
          </a:prstGeom>
          <a:noFill/>
          <a:ln>
            <a:noFill/>
          </a:ln>
        </p:spPr>
      </p:pic>
      <p:sp>
        <p:nvSpPr>
          <p:cNvPr id="2128861933" name="Google Shape;1096;p64"/>
          <p:cNvSpPr txBox="1"/>
          <p:nvPr/>
        </p:nvSpPr>
        <p:spPr bwMode="auto">
          <a:xfrm>
            <a:off x="541333" y="5509098"/>
            <a:ext cx="7719199" cy="4307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900" u="sng">
                <a:solidFill>
                  <a:schemeClr val="hlink"/>
                </a:solidFill>
                <a:hlinkClick r:id="rId6" tooltip=""/>
              </a:rPr>
              <a:t>https://upload.wikimedia.org/wikipedia/commons/3/37/Seq2seq_with_RNN_and_attention_mechanism.gif</a:t>
            </a:r>
            <a:r>
              <a:rPr lang="en" sz="900"/>
              <a:t> </a:t>
            </a:r>
            <a:endParaRPr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Bahdanau Attention (2015) — The Mechanism</a:t>
            </a:r>
          </a:p>
        </p:txBody>
      </p:sp>
      <p:sp>
        <p:nvSpPr>
          <p:cNvPr id="3" name="Text Placeholder 2"/>
          <p:cNvSpPr>
            <a:spLocks noGrp="1"/>
          </p:cNvSpPr>
          <p:nvPr>
            <p:ph type="body" idx="1"/>
          </p:nvPr>
        </p:nvSpPr>
        <p:spPr/>
        <p:txBody>
          <a:bodyPr/>
          <a:lstStyle/>
          <a:p>
            <a:pPr/>
            <a:r>
              <a:t>Insight: instead of compressing all source info into one vector, let the decoder look back at all encoder hidden states at each decoding step</a:t>
            </a:r>
          </a:p>
          <a:p>
            <a:pPr/>
            <a:r>
              <a:t>At decoder step t:</a:t>
            </a:r>
          </a:p>
          <a:p>
            <a:pPr lvl="1"/>
            <a:r>
              <a:t>1. Alignment scores: e_ti = score(s_(t-1), h_i) — how relevant is encoder state h_i to decoder state s_(t-1)?</a:t>
            </a:r>
          </a:p>
          <a:p>
            <a:pPr lvl="1"/>
            <a:r>
              <a:t>2. Attention weights: α_ti = softmax(e_t) — normalise scores to sum to 1</a:t>
            </a:r>
          </a:p>
          <a:p>
            <a:pPr lvl="1"/>
            <a:r>
              <a:t>3. Context vector: c_t = Σ_i α_ti h_i — weighted sum of all encoder hidden states</a:t>
            </a:r>
          </a:p>
          <a:p>
            <a:pPr lvl="1"/>
            <a:r>
              <a:t>4. Decoder state update: s_t = f(s_(t-1), y_(t-1), c_t)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340346" name="Google Shape;1101;p65"/>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endParaRPr/>
          </a:p>
        </p:txBody>
      </p:sp>
      <p:sp>
        <p:nvSpPr>
          <p:cNvPr id="1940832279" name="Google Shape;1102;p65"/>
          <p:cNvSpPr txBox="1"/>
          <p:nvPr>
            <p:ph type="body" idx="1"/>
          </p:nvPr>
        </p:nvSpPr>
        <p:spPr bwMode="auto">
          <a:xfrm>
            <a:off x="415599" y="1536633"/>
            <a:ext cx="11360799" cy="4555199"/>
          </a:xfrm>
          <a:prstGeom prst="rect">
            <a:avLst/>
          </a:prstGeom>
        </p:spPr>
        <p:txBody>
          <a:bodyPr spcFirstLastPara="1" wrap="square" lIns="91423" tIns="45699" rIns="91423" bIns="45699" anchor="t" anchorCtr="0">
            <a:normAutofit/>
          </a:bodyPr>
          <a:lstStyle/>
          <a:p>
            <a:pPr marL="0" lvl="0" indent="0" algn="l" rtl="0">
              <a:spcBef>
                <a:spcPts val="279"/>
              </a:spcBef>
              <a:spcAft>
                <a:spcPts val="0"/>
              </a:spcAft>
              <a:buNone/>
              <a:defRPr/>
            </a:pPr>
            <a:endParaRPr/>
          </a:p>
        </p:txBody>
      </p:sp>
      <p:sp>
        <p:nvSpPr>
          <p:cNvPr id="1892543163" name="Google Shape;1103;p65"/>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FF3B6C89-7F01-CF95-1965-D5CBA8B8B678}" type="slidenum">
              <a:rPr lang="en"/>
              <a:t>14</a:t>
            </a:fld>
            <a:endParaRPr/>
          </a:p>
        </p:txBody>
      </p:sp>
      <p:pic>
        <p:nvPicPr>
          <p:cNvPr id="195918380" name="Google Shape;1104;p65"/>
          <p:cNvPicPr/>
          <p:nvPr/>
        </p:nvPicPr>
        <p:blipFill rotWithShape="1">
          <a:blip r:embed="rId3">
            <a:alphaModFix/>
          </a:blip>
          <a:stretch/>
        </p:blipFill>
        <p:spPr bwMode="auto">
          <a:xfrm>
            <a:off x="0" y="200207"/>
            <a:ext cx="12191999" cy="645758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the Attention Matrix</a:t>
            </a:r>
          </a:p>
        </p:txBody>
      </p:sp>
      <p:sp>
        <p:nvSpPr>
          <p:cNvPr id="3" name="Text Placeholder 2"/>
          <p:cNvSpPr>
            <a:spLocks noGrp="1"/>
          </p:cNvSpPr>
          <p:nvPr>
            <p:ph type="body" idx="1"/>
          </p:nvPr>
        </p:nvSpPr>
        <p:spPr/>
        <p:txBody>
          <a:bodyPr/>
          <a:lstStyle/>
          <a:p>
            <a:pPr/>
            <a:r>
              <a:t>Rows = target (French) words being generated; columns = source (English) words being attended to</a:t>
            </a:r>
          </a:p>
          <a:p>
            <a:pPr/>
            <a:r>
              <a:t>Brighter cell = higher attention weight</a:t>
            </a:r>
          </a:p>
          <a:p>
            <a:pPr/>
            <a:r>
              <a:t>Roughly diagonal pattern = word order is mostly preserved between the two languages</a:t>
            </a:r>
          </a:p>
          <a:p>
            <a:pPr/>
            <a:r>
              <a:t>Off-diagonal brightness = reordering: "European Economic Area" (English order) vs "zone économique européenne" (French order) — the model attends out of order to produce the correct French phrase</a:t>
            </a:r>
          </a:p>
          <a:p>
            <a:pPr/>
            <a:r>
              <a:t>This is the kind of analysis students do in the lab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Attention Achieves — and Its Remaining Limitation</a:t>
            </a:r>
          </a:p>
        </p:txBody>
      </p:sp>
      <p:sp>
        <p:nvSpPr>
          <p:cNvPr id="3" name="Text Placeholder 2"/>
          <p:cNvSpPr>
            <a:spLocks noGrp="1"/>
          </p:cNvSpPr>
          <p:nvPr>
            <p:ph type="body" idx="1"/>
          </p:nvPr>
        </p:nvSpPr>
        <p:spPr/>
        <p:txBody>
          <a:bodyPr/>
          <a:lstStyle/>
          <a:p>
            <a:pPr/>
            <a:r>
              <a:t>Removes the bottleneck — the decoder can directly access any encoder hidden state</a:t>
            </a:r>
          </a:p>
          <a:p>
            <a:pPr/>
            <a:r>
              <a:t>Provides soft alignment — learns which source words correspond to which target words</a:t>
            </a:r>
          </a:p>
          <a:p>
            <a:pPr/>
            <a:r>
              <a:t>Improves performance on long sequences significantly</a:t>
            </a:r>
          </a:p>
          <a:p>
            <a:pPr/>
            <a:r>
              <a:t>Offers some interpretability — the attention matrix can be visualised</a:t>
            </a:r>
          </a:p>
          <a:p>
            <a:pPr/>
            <a:r>
              <a:t>Remaining limitation: seq2seq with attention is still sequential — the encoder reads one token at a time</a:t>
            </a:r>
          </a:p>
          <a:p>
            <a:pPr lvl="1"/>
            <a:r>
              <a:t>Training is slow, GPU utilisation is low — this motivates the Transformer</a:t>
            </a:r>
          </a:p>
          <a:p>
            <a:pPr/>
            <a:r>
              <a:t>Forward-looking question: what if every encoder token also attended to every other encoder token, not just the decoder attending to the encoder? → self-attention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4362714" name="Google Shape;1109;p66"/>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RNN is slow…</a:t>
            </a:r>
            <a:endParaRPr/>
          </a:p>
        </p:txBody>
      </p:sp>
      <p:sp>
        <p:nvSpPr>
          <p:cNvPr id="1883238529" name="Google Shape;1110;p66"/>
          <p:cNvSpPr txBox="1"/>
          <p:nvPr>
            <p:ph type="body" idx="1"/>
          </p:nvPr>
        </p:nvSpPr>
        <p:spPr bwMode="auto">
          <a:xfrm>
            <a:off x="415599" y="1536633"/>
            <a:ext cx="11360799" cy="4555199"/>
          </a:xfrm>
          <a:prstGeom prst="rect">
            <a:avLst/>
          </a:prstGeom>
        </p:spPr>
        <p:txBody>
          <a:bodyPr spcFirstLastPara="1" wrap="square" lIns="91423" tIns="45699" rIns="91423" bIns="45699" anchor="t" anchorCtr="0">
            <a:normAutofit/>
          </a:bodyPr>
          <a:lstStyle/>
          <a:p>
            <a:pPr marL="457200" lvl="0" indent="-342900" algn="l" rtl="0">
              <a:spcBef>
                <a:spcPts val="279"/>
              </a:spcBef>
              <a:spcAft>
                <a:spcPts val="0"/>
              </a:spcAft>
              <a:buSzPts val="1800"/>
              <a:buChar char="●"/>
              <a:defRPr/>
            </a:pPr>
            <a:r>
              <a:rPr lang="en"/>
              <a:t>RNN is slow because of recurrence mechanism (speed ∝ seq_len)</a:t>
            </a:r>
            <a:endParaRPr/>
          </a:p>
          <a:p>
            <a:pPr marL="457200" lvl="0" indent="-342900" algn="l" rtl="0">
              <a:spcBef>
                <a:spcPts val="0"/>
              </a:spcBef>
              <a:spcAft>
                <a:spcPts val="0"/>
              </a:spcAft>
              <a:buSzPts val="1800"/>
              <a:buChar char="●"/>
              <a:defRPr/>
            </a:pPr>
            <a:r>
              <a:rPr lang="en"/>
              <a:t>Attention Is All You Need</a:t>
            </a:r>
            <a:endParaRPr/>
          </a:p>
          <a:p>
            <a:pPr marL="914400" lvl="0" indent="-342900" algn="l" rtl="0">
              <a:spcBef>
                <a:spcPts val="0"/>
              </a:spcBef>
              <a:spcAft>
                <a:spcPts val="0"/>
              </a:spcAft>
              <a:buSzPts val="1800"/>
              <a:buChar char="❏"/>
              <a:defRPr/>
            </a:pPr>
            <a:r>
              <a:rPr lang="en"/>
              <a:t>dispensing with recurrence and convolutions entirely</a:t>
            </a:r>
            <a:endParaRPr/>
          </a:p>
          <a:p>
            <a:pPr marL="914400" lvl="0" indent="-342900" algn="l" rtl="0">
              <a:spcBef>
                <a:spcPts val="0"/>
              </a:spcBef>
              <a:spcAft>
                <a:spcPts val="0"/>
              </a:spcAft>
              <a:buSzPts val="1800"/>
              <a:buChar char="❏"/>
              <a:defRPr/>
            </a:pPr>
            <a:r>
              <a:rPr lang="en"/>
              <a:t>requiring significantly less time to train</a:t>
            </a:r>
            <a:endParaRPr/>
          </a:p>
        </p:txBody>
      </p:sp>
      <p:sp>
        <p:nvSpPr>
          <p:cNvPr id="333044006" name="Google Shape;1111;p66"/>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70963EB7-98D7-C684-8880-1D214701BBE4}" type="slidenum">
              <a:rPr lang="en"/>
              <a:t>15</a:t>
            </a:fld>
            <a:endParaRPr/>
          </a:p>
        </p:txBody>
      </p:sp>
      <p:pic>
        <p:nvPicPr>
          <p:cNvPr id="1492991645" name="Google Shape;1112;p66"/>
          <p:cNvPicPr/>
          <p:nvPr/>
        </p:nvPicPr>
        <p:blipFill rotWithShape="1">
          <a:blip r:embed="rId3">
            <a:alphaModFix/>
          </a:blip>
          <a:stretch/>
        </p:blipFill>
        <p:spPr bwMode="auto">
          <a:xfrm>
            <a:off x="2773398" y="3429001"/>
            <a:ext cx="6645199" cy="248546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Attention to Self-Attention</a:t>
            </a:r>
          </a:p>
        </p:txBody>
      </p:sp>
      <p:sp>
        <p:nvSpPr>
          <p:cNvPr id="3" name="Text Placeholder 2"/>
          <p:cNvSpPr>
            <a:spLocks noGrp="1"/>
          </p:cNvSpPr>
          <p:nvPr>
            <p:ph type="body" idx="1"/>
          </p:nvPr>
        </p:nvSpPr>
        <p:spPr/>
        <p:txBody>
          <a:bodyPr/>
          <a:lstStyle/>
          <a:p>
            <a:pPr/>
            <a:r>
              <a:t>Recap: the decoder attended to encoder hidden states — "which source positions are relevant to what I’m generating now?"</a:t>
            </a:r>
          </a:p>
          <a:p>
            <a:pPr/>
            <a:r>
              <a:t>New question: apply the same idea within a single sequence — every token attends to every other token in the same sequence</a:t>
            </a:r>
          </a:p>
          <a:p>
            <a:pPr/>
            <a:r>
              <a:t>Why this is powerful: "The animal didn’t cross the street because it was too tired." — self-attention lets "it" compute attention weights over "animal" and "street" to resolve the reference</a:t>
            </a:r>
          </a:p>
          <a:p>
            <a:pPr/>
            <a:r>
              <a:t>The Query-Key-Value abstraction (library catalogue metaphor):</a:t>
            </a:r>
          </a:p>
          <a:p>
            <a:pPr lvl="1"/>
            <a:r>
              <a:t>Query (Q): what you are looking for</a:t>
            </a:r>
          </a:p>
          <a:p>
            <a:pPr lvl="1"/>
            <a:r>
              <a:t>Key (K): the index entries in the catalogue — what each item offers</a:t>
            </a:r>
          </a:p>
          <a:p>
            <a:pPr lvl="1"/>
            <a:r>
              <a:t>Value (V): the actual content retrieved when an item is selected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5610217" name="Google Shape;1117;p67"/>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Transformer</a:t>
            </a:r>
            <a:endParaRPr/>
          </a:p>
        </p:txBody>
      </p:sp>
      <p:sp>
        <p:nvSpPr>
          <p:cNvPr id="1166034856" name="Google Shape;1118;p67"/>
          <p:cNvSpPr txBox="1"/>
          <p:nvPr>
            <p:ph type="body" idx="1"/>
          </p:nvPr>
        </p:nvSpPr>
        <p:spPr bwMode="auto">
          <a:xfrm>
            <a:off x="415599" y="1536633"/>
            <a:ext cx="11360799" cy="4555199"/>
          </a:xfrm>
          <a:prstGeom prst="rect">
            <a:avLst/>
          </a:prstGeom>
        </p:spPr>
        <p:txBody>
          <a:bodyPr spcFirstLastPara="1" wrap="square" lIns="91423" tIns="45699" rIns="91423" bIns="45699" anchor="t" anchorCtr="0">
            <a:normAutofit/>
          </a:bodyPr>
          <a:lstStyle/>
          <a:p>
            <a:pPr marL="0" lvl="0" indent="0" algn="l" rtl="0">
              <a:spcBef>
                <a:spcPts val="279"/>
              </a:spcBef>
              <a:spcAft>
                <a:spcPts val="0"/>
              </a:spcAft>
              <a:buNone/>
              <a:defRPr/>
            </a:pPr>
            <a:endParaRPr/>
          </a:p>
        </p:txBody>
      </p:sp>
      <p:sp>
        <p:nvSpPr>
          <p:cNvPr id="481617121" name="Google Shape;1119;p67"/>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C4CC29CA-4253-287A-50D3-21732FFDEC8C}" type="slidenum">
              <a:rPr lang="en"/>
              <a:t>16</a:t>
            </a:fld>
            <a:endParaRPr/>
          </a:p>
        </p:txBody>
      </p:sp>
      <p:pic>
        <p:nvPicPr>
          <p:cNvPr id="1649343801" name="Google Shape;1120;p67" descr="Demystifying attention, the key mechanism inside transformers and LLMs.&#10;Instead of sponsored ad reads, these lessons are funded directly by viewers: https://3b1b.co/support&#10;Special thanks to these supporters: https://www.3blue1brown.com/lessons/attention#thanks&#10;An equally valuable form of support is to simply share the videos.&#10;&#10;Demystifying self-attention, multiple heads, and cross-attention.&#10;Instead of sponsored ad reads, these lessons are funded directly by viewers: https://3b1b.co/support&#10;&#10;The first pass for the translated subtitles here is machine-generated and, therefore, notably imperfect. To contribute edits or fixes, visit https://www.criblate.com&#10;&#10;Звуковая дорожка на русском языке: Влад Бурмистров.&#10;&#10;------------------&#10;&#10;Here are a few other relevant resources&#10;&#10;Build a GPT from scratch, by Andrej Karpathy&#10;https://youtu.be/kCc8FmEb1nY&#10;&#10;If you want a conceptual understanding of language models from the ground up, @vcubingx just started a short series of videos on the topic:&#10;https://youtu.be/1il-s4mgNdI?si=XaVxj6bsdy3VkgEX&#10;&#10;If you're interested in the herculean task of interpreting what these large networks might actually be doing, the Transformer Circuits posts by Anthropic are great. In particular, it was only after reading one of these that I started thinking of the combination of the value and output matrices as being a combined low-rank map from the embedding space to itself, which, at least in my mind, made things much clearer than other sources.&#10;https://transformer-circuits.pub/2021/framework/index.html&#10;&#10;Site with exercises related to ML programming and GPTs&#10;https://www.gptandchill.ai/codingproblems&#10;&#10;History of language models by Brit Cruise,  @ArtOfTheProblem  &#10;https://youtu.be/OFS90-FX6pg&#10;&#10;An early paper on how directions in embedding spaces have meaning:&#10;https://arxiv.org/pdf/1301.3781.pdf&#10;&#10;------------------&#10;&#10;Timestamps:&#10;0:00 - Recap on embeddings&#10;1:39 - Motivating examples&#10;4:29 - The attention pattern&#10;11:08 - Masking&#10;12:42 - Context size&#10;13:10 - Values&#10;15:44 - Counting parameters&#10;18:21 - Cross-attention&#10;19:19 - Multiple heads&#10;22:16 - The output matrix&#10;23:19 - Going deeper&#10;24:54 - Ending&#10;&#10;------------------&#10;&#10;These animations are largely made using a custom Python library, manim.  See the FAQ comments here:&#10;https://3b1b.co/faq#manim&#10;https://github.com/3b1b/manim&#10;https://github.com/ManimCommunity/manim/&#10;&#10;All code for specific videos is visible here:&#10;https://github.com/3b1b/videos/&#10;&#10;The music is by Vincent Rubinetti.&#10;https://www.vincentrubinetti.com&#10;https://vincerubinetti.bandcamp.com/album/the-music-of-3blue1brown&#10;https://open.spotify.com/album/1dVyjwS8FBqXhRunaG5W5u&#10;&#10;------------------&#10;&#10;3blue1brown is a channel about animating math, in all senses of the word animate. If you're reading the bottom of a video description, I'm guessing you're more interested than the average viewer in lessons here. It would mean a lot to me if you chose to stay up to date on new ones, either by subscribing here on YouTube or otherwise following on whichever platform below you check most regularly.&#10;&#10;Mailing list: https://3blue1brown.substack.com&#10;Twitter: https://twitter.com/3blue1brown&#10;Instagram: https://www.instagram.com/3blue1brown&#10;Reddit: https://www.reddit.com/r/3blue1brown&#10;Facebook: https://www.facebook.com/3blue1brown&#10;Patreon: https://patreon.com/3blue1brown&#10;Website: https://www.3blue1brown.com" title="Attention in transformers, step-by-step | Deep Learning Chapter 6">
            <a:hlinkClick r:id="rId3"/>
          </p:cNvPr>
          <p:cNvPicPr/>
          <p:nvPr/>
        </p:nvPicPr>
        <p:blipFill rotWithShape="1">
          <a:blip r:embed="rId4">
            <a:alphaModFix/>
          </a:blip>
          <a:stretch/>
        </p:blipFill>
        <p:spPr bwMode="auto">
          <a:xfrm>
            <a:off x="1578133" y="1356965"/>
            <a:ext cx="9538099" cy="5365166"/>
          </a:xfrm>
          <a:prstGeom prst="rect">
            <a:avLst/>
          </a:prstGeom>
          <a:noFill/>
          <a:ln>
            <a:noFill/>
          </a:ln>
        </p:spPr>
      </p:pic>
      <p:sp>
        <p:nvSpPr>
          <p:cNvPr id="4594124" name="Google Shape;1121;p67"/>
          <p:cNvSpPr txBox="1"/>
          <p:nvPr/>
        </p:nvSpPr>
        <p:spPr bwMode="auto">
          <a:xfrm>
            <a:off x="4256033" y="290198"/>
            <a:ext cx="7467199" cy="6567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000" u="sng">
                <a:solidFill>
                  <a:schemeClr val="hlink"/>
                </a:solidFill>
                <a:hlinkClick r:id="rId5" tooltip=""/>
              </a:rPr>
              <a:t>https://www.youtube.com/watch?v=eMlx5fFNoYc&amp;list=PLZHQObOWTQDNU6R1_67000Dx_ZCJB-3pi&amp;index=9</a:t>
            </a:r>
            <a:r>
              <a:rPr lang="en" sz="1000"/>
              <a:t> </a:t>
            </a:r>
            <a:endParaRPr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649343801"/>
                                        </p:tgtEl>
                                        <p:attrNameLst>
                                          <p:attrName>style.visibility</p:attrName>
                                        </p:attrNameLst>
                                      </p:cBhvr>
                                      <p:to>
                                        <p:strVal val="visible"/>
                                      </p:to>
                                    </p:set>
                                    <p:animEffect transition="in" filter="fade">
                                      <p:cBhvr>
                                        <p:cTn dur="1000"/>
                                        <p:tgtEl>
                                          <p:spTgt spid="16493438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Self-Attention, Formally</a:t>
            </a:r>
          </a:p>
        </p:txBody>
      </p:sp>
      <p:sp>
        <p:nvSpPr>
          <p:cNvPr id="3" name="Text Placeholder 2"/>
          <p:cNvSpPr>
            <a:spLocks noGrp="1"/>
          </p:cNvSpPr>
          <p:nvPr>
            <p:ph type="body" idx="1"/>
          </p:nvPr>
        </p:nvSpPr>
        <p:spPr/>
        <p:txBody>
          <a:bodyPr/>
          <a:lstStyle/>
          <a:p>
            <a:pPr/>
            <a:r>
              <a:t>For each position i: Q_i = x_i W^Q, K_j = x_j W^K, V_j = x_j W^V</a:t>
            </a:r>
          </a:p>
          <a:p>
            <a:pPr/>
            <a:r>
              <a:t>1. Raw alignment score: e_ij = Q_i · K_j (dot product — higher = more relevant)</a:t>
            </a:r>
          </a:p>
          <a:p>
            <a:pPr/>
            <a:r>
              <a:t>2. Scale: e_ij / sqrt(d_k) — prevents softmax saturation at large values</a:t>
            </a:r>
          </a:p>
          <a:p>
            <a:pPr/>
            <a:r>
              <a:t>3. Normalise: α_ij = softmax_j(e_i / sqrt(d_k))</a:t>
            </a:r>
          </a:p>
          <a:p>
            <a:pPr/>
            <a:r>
              <a:t>4. Aggregate: z_i = Σ_j α_ij V_j — weighted sum of all values</a:t>
            </a:r>
          </a:p>
          <a:p>
            <a:pPr/>
            <a:r>
              <a:t>Why divide by sqrt(d_k)? The dot product grows with d_k (sum of d_k terms) — large values push softmax into near-zero-gradient regions</a:t>
            </a:r>
          </a:p>
          <a:p>
            <a:pPr/>
            <a:r>
              <a:t>Anchor moment: work through a toy 2D example on the board — 3 tokens, compute attention weights and the output for one of them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4498126" name="Google Shape;1126;p68"/>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Attention head</a:t>
            </a:r>
            <a:endParaRPr/>
          </a:p>
        </p:txBody>
      </p:sp>
      <p:sp>
        <p:nvSpPr>
          <p:cNvPr id="313620137" name="Google Shape;1127;p68"/>
          <p:cNvSpPr txBox="1"/>
          <p:nvPr>
            <p:ph type="body" idx="1"/>
          </p:nvPr>
        </p:nvSpPr>
        <p:spPr bwMode="auto">
          <a:xfrm>
            <a:off x="415599" y="1536633"/>
            <a:ext cx="11360799" cy="4555199"/>
          </a:xfrm>
          <a:prstGeom prst="rect">
            <a:avLst/>
          </a:prstGeom>
        </p:spPr>
        <p:txBody>
          <a:bodyPr spcFirstLastPara="1" wrap="square" lIns="91423" tIns="45699" rIns="91423" bIns="45699" anchor="t" anchorCtr="0">
            <a:normAutofit/>
          </a:bodyPr>
          <a:lstStyle/>
          <a:p>
            <a:pPr marL="0" lvl="0" indent="0" algn="l" rtl="0">
              <a:spcBef>
                <a:spcPts val="279"/>
              </a:spcBef>
              <a:spcAft>
                <a:spcPts val="0"/>
              </a:spcAft>
              <a:buNone/>
              <a:defRPr/>
            </a:pPr>
            <a:endParaRPr/>
          </a:p>
        </p:txBody>
      </p:sp>
      <p:sp>
        <p:nvSpPr>
          <p:cNvPr id="448404264" name="Google Shape;1128;p68"/>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21EE1954-1D62-AD98-AA61-80797D917983}" type="slidenum">
              <a:rPr lang="en"/>
              <a:t>17</a:t>
            </a:fld>
            <a:endParaRPr/>
          </a:p>
        </p:txBody>
      </p:sp>
      <p:pic>
        <p:nvPicPr>
          <p:cNvPr id="1784176120" name="Google Shape;1129;p68"/>
          <p:cNvPicPr/>
          <p:nvPr/>
        </p:nvPicPr>
        <p:blipFill rotWithShape="1">
          <a:blip r:embed="rId3">
            <a:alphaModFix/>
          </a:blip>
          <a:stretch/>
        </p:blipFill>
        <p:spPr bwMode="auto">
          <a:xfrm>
            <a:off x="1577711" y="1468933"/>
            <a:ext cx="9036567" cy="4837267"/>
          </a:xfrm>
          <a:prstGeom prst="rect">
            <a:avLst/>
          </a:prstGeom>
          <a:noFill/>
          <a:ln>
            <a:noFill/>
          </a:ln>
        </p:spPr>
      </p:pic>
      <p:sp>
        <p:nvSpPr>
          <p:cNvPr id="1260288884" name="Google Shape;1130;p68"/>
          <p:cNvSpPr txBox="1"/>
          <p:nvPr/>
        </p:nvSpPr>
        <p:spPr bwMode="auto">
          <a:xfrm>
            <a:off x="7583433" y="348233"/>
            <a:ext cx="3999999" cy="4515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000" u="sng">
                <a:solidFill>
                  <a:schemeClr val="hlink"/>
                </a:solidFill>
                <a:hlinkClick r:id="rId4" tooltip=""/>
              </a:rPr>
              <a:t>https://arxiv.org/pdf/1706.03762</a:t>
            </a:r>
            <a:r>
              <a:rPr lang="en" sz="1000"/>
              <a:t> </a:t>
            </a:r>
            <a:endParaRPr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Multi-Head Attention</a:t>
            </a:r>
          </a:p>
        </p:txBody>
      </p:sp>
      <p:sp>
        <p:nvSpPr>
          <p:cNvPr id="3" name="Text Placeholder 2"/>
          <p:cNvSpPr>
            <a:spLocks noGrp="1"/>
          </p:cNvSpPr>
          <p:nvPr>
            <p:ph type="body" idx="1"/>
          </p:nvPr>
        </p:nvSpPr>
        <p:spPr/>
        <p:txBody>
          <a:bodyPr/>
          <a:lstStyle/>
          <a:p>
            <a:pPr/>
            <a:r>
              <a:t>One attention head learns one way to compute relevance — but a word relates to context in multiple ways at once:</a:t>
            </a:r>
          </a:p>
          <a:p>
            <a:pPr lvl="1"/>
            <a:r>
              <a:t>"bank" near "loan" — financial relationship</a:t>
            </a:r>
          </a:p>
          <a:p>
            <a:pPr lvl="1"/>
            <a:r>
              <a:t>"bank" as subject of "flooded" — physical/geographic relationship</a:t>
            </a:r>
          </a:p>
          <a:p>
            <a:pPr lvl="1"/>
            <a:r>
              <a:t>"bank" preceding "on Tuesday" — temporal relationship</a:t>
            </a:r>
          </a:p>
          <a:p>
            <a:pPr/>
            <a:r>
              <a:t>Multi-head attention runs h parallel heads, each with its own W^Q, W^K, W^V</a:t>
            </a:r>
          </a:p>
          <a:p>
            <a:pPr lvl="1"/>
            <a:r>
              <a:t>Outputs concatenated and projected: concat(head_1, ..., head_h) × W^O</a:t>
            </a:r>
          </a:p>
          <a:p>
            <a:pPr/>
            <a:r>
              <a:t>Typical: h = 8 or 12 heads, each of dimension d_k = d_model / 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Positional Encoding</a:t>
            </a:r>
          </a:p>
        </p:txBody>
      </p:sp>
      <p:sp>
        <p:nvSpPr>
          <p:cNvPr id="3" name="Text Placeholder 2"/>
          <p:cNvSpPr>
            <a:spLocks noGrp="1"/>
          </p:cNvSpPr>
          <p:nvPr>
            <p:ph type="body" idx="1"/>
          </p:nvPr>
        </p:nvSpPr>
        <p:spPr>
          <a:xfrm>
            <a:ext cx="6400000" cy="0"/>
          </a:xfrm>
        </p:spPr>
        <p:txBody>
          <a:bodyPr/>
          <a:lstStyle/>
          <a:p>
            <a:pPr/>
            <a:r>
              <a:t>Self-attention as defined is permutation-invariant: "cat sat mat" and "mat sat cat" give the same computation — scores depend only on Q·K, not position</a:t>
            </a:r>
          </a:p>
          <a:p>
            <a:pPr/>
            <a:r>
              <a:t>We need to inject position information</a:t>
            </a:r>
          </a:p>
          <a:p>
            <a:pPr/>
            <a:r>
              <a:t>Sinusoidal positional encodings (Vaswani et al. 2017) are added to word embeddings before the first Transformer block</a:t>
            </a:r>
          </a:p>
          <a:p>
            <a:pPr/>
            <a:r>
              <a:t>Anchor moment: if we removed positional encoding, "The dog bit the man" and "The man bit the dog" would produce identical output — completely wrong</a:t>
            </a:r>
          </a:p>
        </p:txBody>
      </p:sp>
      <p:pic>
        <p:nvPicPr>
          <p:cNvPr id="4" name="Picture 3" descr="pe_heatmap.png"/>
          <p:cNvPicPr>
            <a:picLocks noChangeAspect="1"/>
          </p:cNvPicPr>
          <p:nvPr/>
        </p:nvPicPr>
        <p:blipFill>
          <a:blip r:embed="rId2"/>
          <a:stretch>
            <a:fillRect/>
          </a:stretch>
        </p:blipFill>
        <p:spPr>
          <a:xfrm>
            <a:off x="7100000" y="1450000"/>
            <a:ext cx="4600000" cy="162831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2293421" name="Google Shape;1135;p69"/>
          <p:cNvSpPr txBox="1"/>
          <p:nvPr>
            <p:ph type="title"/>
          </p:nvPr>
        </p:nvSpPr>
        <p:spPr bwMode="auto">
          <a:xfrm>
            <a:off x="415599" y="593366"/>
            <a:ext cx="11360799" cy="7635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The encoder decoder</a:t>
            </a:r>
            <a:endParaRPr/>
          </a:p>
        </p:txBody>
      </p:sp>
      <p:sp>
        <p:nvSpPr>
          <p:cNvPr id="377786444" name="Google Shape;1136;p69"/>
          <p:cNvSpPr txBox="1"/>
          <p:nvPr>
            <p:ph type="body" idx="1"/>
          </p:nvPr>
        </p:nvSpPr>
        <p:spPr bwMode="auto">
          <a:xfrm>
            <a:off x="415599" y="1536633"/>
            <a:ext cx="5680399" cy="4555199"/>
          </a:xfrm>
          <a:prstGeom prst="rect">
            <a:avLst/>
          </a:prstGeom>
        </p:spPr>
        <p:txBody>
          <a:bodyPr spcFirstLastPara="1" wrap="square" lIns="91423" tIns="45699" rIns="91423" bIns="45699" anchor="t" anchorCtr="0">
            <a:normAutofit/>
          </a:bodyPr>
          <a:lstStyle/>
          <a:p>
            <a:pPr marL="0" lvl="0" indent="0" algn="l" rtl="0">
              <a:spcBef>
                <a:spcPts val="279"/>
              </a:spcBef>
              <a:spcAft>
                <a:spcPts val="0"/>
              </a:spcAft>
              <a:buNone/>
              <a:defRPr/>
            </a:pPr>
            <a:r>
              <a:rPr lang="en" u="sng">
                <a:solidFill>
                  <a:schemeClr val="hlink"/>
                </a:solidFill>
                <a:hlinkClick r:id="rId3" tooltip=""/>
              </a:rPr>
              <a:t>https://bbycroft.net/llm</a:t>
            </a:r>
            <a:r>
              <a:rPr lang="en"/>
              <a:t> for visualization</a:t>
            </a:r>
            <a:endParaRPr/>
          </a:p>
          <a:p>
            <a:pPr marL="0" lvl="0" indent="0" algn="l" rtl="0">
              <a:spcBef>
                <a:spcPts val="279"/>
              </a:spcBef>
              <a:spcAft>
                <a:spcPts val="0"/>
              </a:spcAft>
              <a:buNone/>
              <a:defRPr/>
            </a:pPr>
            <a:endParaRPr/>
          </a:p>
          <a:p>
            <a:pPr marL="0" lvl="0" indent="0" algn="l" rtl="0">
              <a:spcBef>
                <a:spcPts val="279"/>
              </a:spcBef>
              <a:spcAft>
                <a:spcPts val="0"/>
              </a:spcAft>
              <a:buNone/>
              <a:defRPr/>
            </a:pPr>
            <a:r>
              <a:rPr lang="en" u="sng">
                <a:solidFill>
                  <a:schemeClr val="hlink"/>
                </a:solidFill>
                <a:hlinkClick r:id="rId4" tooltip=""/>
              </a:rPr>
              <a:t>https://github.com/hyunwoongko/transformer</a:t>
            </a:r>
            <a:r>
              <a:rPr lang="en"/>
              <a:t>  for vanilla transformer implementation</a:t>
            </a:r>
            <a:endParaRPr/>
          </a:p>
          <a:p>
            <a:pPr marL="0" lvl="0" indent="0" algn="l" rtl="0">
              <a:spcBef>
                <a:spcPts val="279"/>
              </a:spcBef>
              <a:spcAft>
                <a:spcPts val="0"/>
              </a:spcAft>
              <a:buNone/>
              <a:defRPr/>
            </a:pPr>
            <a:endParaRPr/>
          </a:p>
          <a:p>
            <a:pPr marL="0" lvl="0" indent="0" algn="l" rtl="0">
              <a:spcBef>
                <a:spcPts val="279"/>
              </a:spcBef>
              <a:spcAft>
                <a:spcPts val="0"/>
              </a:spcAft>
              <a:buNone/>
              <a:defRPr/>
            </a:pPr>
            <a:r>
              <a:rPr lang="en" u="sng">
                <a:solidFill>
                  <a:schemeClr val="hlink"/>
                </a:solidFill>
                <a:hlinkClick r:id="rId5" tooltip=""/>
              </a:rPr>
              <a:t>https://huggingface.co/docs/transformers/main/en/model_doc/bert#transformers.BertModel</a:t>
            </a:r>
            <a:r>
              <a:rPr lang="en"/>
              <a:t> for </a:t>
            </a:r>
            <a:r>
              <a:rPr lang="en"/>
              <a:t>actual</a:t>
            </a:r>
            <a:r>
              <a:rPr lang="en"/>
              <a:t> implementation </a:t>
            </a:r>
            <a:endParaRPr/>
          </a:p>
        </p:txBody>
      </p:sp>
      <p:sp>
        <p:nvSpPr>
          <p:cNvPr id="689736849" name="Google Shape;1137;p69"/>
          <p:cNvSpPr txBox="1"/>
          <p:nvPr>
            <p:ph type="sldNum" idx="12"/>
          </p:nvPr>
        </p:nvSpPr>
        <p:spPr bwMode="auto">
          <a:xfrm>
            <a:off x="11296610" y="6217622"/>
            <a:ext cx="731599" cy="5247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FECD8398-0A82-46B1-FA02-10ED3A54B18C}" type="slidenum">
              <a:rPr lang="en"/>
              <a:t>18</a:t>
            </a:fld>
            <a:endParaRPr/>
          </a:p>
        </p:txBody>
      </p:sp>
      <p:pic>
        <p:nvPicPr>
          <p:cNvPr id="2130966001" name="Google Shape;1138;p69"/>
          <p:cNvPicPr/>
          <p:nvPr/>
        </p:nvPicPr>
        <p:blipFill rotWithShape="1">
          <a:blip r:embed="rId6">
            <a:alphaModFix/>
          </a:blip>
          <a:stretch/>
        </p:blipFill>
        <p:spPr bwMode="auto">
          <a:xfrm>
            <a:off x="6008931" y="593366"/>
            <a:ext cx="5163033" cy="587486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Transformer Encoder Block</a:t>
            </a:r>
          </a:p>
        </p:txBody>
      </p:sp>
      <p:sp>
        <p:nvSpPr>
          <p:cNvPr id="3" name="Text Placeholder 2"/>
          <p:cNvSpPr>
            <a:spLocks noGrp="1"/>
          </p:cNvSpPr>
          <p:nvPr>
            <p:ph type="body" idx="1"/>
          </p:nvPr>
        </p:nvSpPr>
        <p:spPr/>
        <p:txBody>
          <a:bodyPr/>
          <a:lstStyle/>
          <a:p>
            <a:pPr/>
            <a:r>
              <a:t>Each block has two sub-layers:</a:t>
            </a:r>
          </a:p>
          <a:p>
            <a:pPr lvl="1"/>
            <a:r>
              <a:t>1. Multi-head self-attention + residual connection + layer normalisation</a:t>
            </a:r>
          </a:p>
          <a:p>
            <a:pPr lvl="1"/>
            <a:r>
              <a:t>2. Position-wise feedforward network + residual connection + layer normalisation</a:t>
            </a:r>
          </a:p>
          <a:p>
            <a:pPr/>
            <a:r>
              <a:t>X′ = LayerNorm(X + SelfAttn(X)); X″ = LayerNorm(X′ + FFN(X′))</a:t>
            </a:r>
          </a:p>
          <a:p>
            <a:pPr/>
            <a:r>
              <a:t>Residual connections: let gradients flow directly back without passing through the full sub-layer computation — critical for training deep stacks</a:t>
            </a:r>
          </a:p>
          <a:p>
            <a:pPr/>
            <a:r>
              <a:t>Layer normalisation: normalises each token’s representation to mean 0, variance 1 across dimensions — makes training more stable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Transformer Dominates</a:t>
            </a:r>
          </a:p>
        </p:txBody>
      </p:sp>
      <p:sp>
        <p:nvSpPr>
          <p:cNvPr id="3" name="Text Placeholder 2"/>
          <p:cNvSpPr>
            <a:spLocks noGrp="1"/>
          </p:cNvSpPr>
          <p:nvPr>
            <p:ph type="body" idx="1"/>
          </p:nvPr>
        </p:nvSpPr>
        <p:spPr/>
        <p:txBody>
          <a:bodyPr/>
          <a:lstStyle/>
          <a:p>
            <a:pPr/>
            <a:r>
              <a:t>1. Parallelism: all positions processed simultaneously — unlike RNNs, GPUs are fully utilised</a:t>
            </a:r>
          </a:p>
          <a:p>
            <a:pPr/>
            <a:r>
              <a:t>2. Long-range dependencies: every token attends to every other token in O(1) operations, vs. O(n) recurrent steps for RNNs</a:t>
            </a:r>
          </a:p>
          <a:p>
            <a:pPr/>
            <a:r>
              <a:t>3. Scalability: adding parameters consistently improves performance; RNNs have diminishing returns from the hidden-state bottleneck</a:t>
            </a:r>
          </a:p>
          <a:p>
            <a:pPr/>
            <a:r>
              <a:t>4. Pre-training efficiency: MLM/next-token objectives use every position as a supervision signal simultaneously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TMA Q5 and the Course Arc</a:t>
            </a:r>
          </a:p>
        </p:txBody>
      </p:sp>
      <p:sp>
        <p:nvSpPr>
          <p:cNvPr id="3" name="Text Placeholder 2"/>
          <p:cNvSpPr>
            <a:spLocks noGrp="1"/>
          </p:cNvSpPr>
          <p:nvPr>
            <p:ph type="body" idx="1"/>
          </p:nvPr>
        </p:nvSpPr>
        <p:spPr/>
        <p:txBody>
          <a:bodyPr/>
          <a:lstStyle/>
          <a:p>
            <a:pPr/>
            <a:r>
              <a:t>TMA Q5: identify the shared limitation of TF-IDF, GloVe avg, bigram LM, and GRU, then explain what architectural feature addresses it</a:t>
            </a:r>
          </a:p>
          <a:p>
            <a:pPr/>
            <a:r>
              <a:t>All four have a fixed or bounded context — no mechanism lets any token directly access any other token at arbitrary distance without a bottleneck</a:t>
            </a:r>
          </a:p>
          <a:p>
            <a:pPr/>
            <a:r>
              <a:t>Attention: computes a relevance-weighted sum over all other token representations without that bottleneck</a:t>
            </a:r>
          </a:p>
          <a:p>
            <a:pPr/>
            <a:r>
              <a:t>The arc: n-gram LM (counts, limited window) → neural LM (learned representations, sequential) → seq2seq + attention (bottleneck removed, still sequential) → Transformer (recurrence removed, full parallelism)</a:t>
            </a:r>
          </a:p>
          <a:p>
            <a:pPr/>
            <a:r>
              <a:t>ECA B2/B3: fine-tuning a transformer and comparing it to your baseline uses exactly this understanding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Connections to Assessment</a:t>
            </a:r>
          </a:p>
        </p:txBody>
      </p:sp>
      <p:sp>
        <p:nvSpPr>
          <p:cNvPr id="3" name="Text Placeholder 2"/>
          <p:cNvSpPr>
            <a:spLocks noGrp="1"/>
          </p:cNvSpPr>
          <p:nvPr>
            <p:ph type="body" idx="1"/>
          </p:nvPr>
        </p:nvSpPr>
        <p:spPr/>
        <p:txBody>
          <a:bodyPr/>
          <a:lstStyle/>
          <a:p>
            <a:pPr/>
            <a:r>
              <a:t>Quiz 4 (this session) — sample questions:</a:t>
            </a:r>
          </a:p>
          <a:p>
            <a:pPr lvl="1"/>
            <a:r>
              <a:t>Why divide dot products by sqrt(d_k)? To prevent large values from pushing softmax into near-zero-gradient regions</a:t>
            </a:r>
          </a:p>
          <a:p>
            <a:pPr lvl="1"/>
            <a:r>
              <a:t>Correct Transformer encoder block order? Self-attention + residual + norm, then feedforward + residual + norm</a:t>
            </a:r>
          </a:p>
          <a:p>
            <a:pPr lvl="1"/>
            <a:r>
              <a:t>Why does a Transformer need positional encoding? Self-attention is permutation-invariant and the embedding layer adds no position info</a:t>
            </a:r>
          </a:p>
          <a:p>
            <a:pPr/>
            <a:r>
              <a:t>TMA due at the end of this fortnight — Q5 should now be completable</a:t>
            </a:r>
          </a:p>
          <a:p>
            <a:pPr/>
            <a:r>
              <a:t>ECA (released after this fortnight): ECA B2 requires fine-tuning distilbert-base-uncased — understanding this lecture’s architecture is required for a strong B3 analysis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Student Errors</a:t>
            </a:r>
          </a:p>
        </p:txBody>
      </p:sp>
      <p:sp>
        <p:nvSpPr>
          <p:cNvPr id="3" name="Text Placeholder 2"/>
          <p:cNvSpPr>
            <a:spLocks noGrp="1"/>
          </p:cNvSpPr>
          <p:nvPr>
            <p:ph type="body" idx="1"/>
          </p:nvPr>
        </p:nvSpPr>
        <p:spPr/>
        <p:txBody>
          <a:bodyPr/>
          <a:lstStyle/>
          <a:p>
            <a:pPr/>
            <a:r>
              <a:t>Error 1: Conflating "attention" with "the Transformer" — attention predates the Transformer by 3 years; the Transformer is an architecture built on self-attention</a:t>
            </a:r>
          </a:p>
          <a:p>
            <a:pPr/>
            <a:r>
              <a:t>Error 2: Thinking the context vector c_t replaces the decoder hidden state — it augments it, doesn’t replace it</a:t>
            </a:r>
          </a:p>
          <a:p>
            <a:pPr/>
            <a:r>
              <a:t>Error 3: Misreading the attention matrix — rows are decoder steps, columns are encoder positions</a:t>
            </a:r>
          </a:p>
          <a:p>
            <a:pPr/>
            <a:r>
              <a:t>Error 4: Thinking multi-head attention splits the sequence across heads — all heads see all positions, just with different learned projections</a:t>
            </a:r>
          </a:p>
          <a:p>
            <a:pPr/>
            <a:r>
              <a:t>Error 5: Confusing encoder self-attention (Q,K,V all from the same sequence) with decoder cross-attention (Q from decoder, K/V from encoder)</a:t>
            </a:r>
          </a:p>
          <a:p>
            <a:pPr/>
            <a:r>
              <a:t>Error 6: Omitting residual connections when drawing the encoder block — they are what makes deep Transformers trainable</a:t>
            </a:r>
          </a:p>
        </p:txBody>
      </p:sp>
    </p:spTree>
  </p:cSld>
  <p:clrMapOvr>
    <a:masterClrMapping/>
  </p:clrMapOvr>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Custom 16">
      <a:dk1>
        <a:srgbClr val="003B5C"/>
      </a:dk1>
      <a:lt1>
        <a:srgbClr val="FFFFFF"/>
      </a:lt1>
      <a:dk2>
        <a:srgbClr val="003B5C"/>
      </a:dk2>
      <a:lt2>
        <a:srgbClr val="FFFFFF"/>
      </a:lt2>
      <a:accent1>
        <a:srgbClr val="003B5C"/>
      </a:accent1>
      <a:accent2>
        <a:srgbClr val="DA291C"/>
      </a:accent2>
      <a:accent3>
        <a:srgbClr val="99D6EA"/>
      </a:accent3>
      <a:accent4>
        <a:srgbClr val="C8C9C7"/>
      </a:accent4>
      <a:accent5>
        <a:srgbClr val="FFFFFF"/>
      </a:accent5>
      <a:accent6>
        <a:srgbClr val="FFFFFF"/>
      </a:accent6>
      <a:hlink>
        <a:srgbClr val="0000FF"/>
      </a:hlink>
      <a:folHlink>
        <a:srgbClr val="800080"/>
      </a:folHlink>
    </a:clrScheme>
    <a:fontScheme nam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ONLYOFFICE/9.4.0.129</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cp:revision>
  <dcterms:modified xsi:type="dcterms:W3CDTF">2026-08-08T11:57:08Z</dcterms:modified>
</cp:coreProperties>
</file>